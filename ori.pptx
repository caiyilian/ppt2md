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78" r:id="rId2"/>
  </p:sldIdLst>
  <p:sldSz cx="14400213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8235"/>
    <a:srgbClr val="C55A11"/>
    <a:srgbClr val="D4834D"/>
    <a:srgbClr val="F1E7B4"/>
    <a:srgbClr val="CBE3BB"/>
    <a:srgbClr val="FFE8A3"/>
    <a:srgbClr val="FBE5D6"/>
    <a:srgbClr val="80C535"/>
    <a:srgbClr val="FFFFFF"/>
    <a:srgbClr val="D6AF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55" autoAdjust="0"/>
    <p:restoredTop sz="95184" autoAdjust="0"/>
  </p:normalViewPr>
  <p:slideViewPr>
    <p:cSldViewPr snapToGrid="0">
      <p:cViewPr>
        <p:scale>
          <a:sx n="100" d="100"/>
          <a:sy n="100" d="100"/>
        </p:scale>
        <p:origin x="-846" y="-11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FD1A56-C782-4802-AC8A-D0EEAA1DCE18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C77F90-1DE6-4241-9E5F-3E154E7411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567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3163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1pPr>
    <a:lvl2pPr marL="915817" algn="l" defTabSz="183163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2pPr>
    <a:lvl3pPr marL="1831635" algn="l" defTabSz="183163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3pPr>
    <a:lvl4pPr marL="2747452" algn="l" defTabSz="183163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4pPr>
    <a:lvl5pPr marL="3663269" algn="l" defTabSz="183163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5pPr>
    <a:lvl6pPr marL="4579087" algn="l" defTabSz="183163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6pPr>
    <a:lvl7pPr marL="5494904" algn="l" defTabSz="183163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7pPr>
    <a:lvl8pPr marL="6410721" algn="l" defTabSz="183163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8pPr>
    <a:lvl9pPr marL="7326539" algn="l" defTabSz="183163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2356703"/>
            <a:ext cx="12240181" cy="501340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7563446"/>
            <a:ext cx="10800160" cy="3476717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01B79-4570-4CD5-A13F-7E633BC1F71A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560E6-6DCA-41FD-A2CF-495D71F2F1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9888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01B79-4570-4CD5-A13F-7E633BC1F71A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560E6-6DCA-41FD-A2CF-495D71F2F1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839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3590057"/>
            <a:ext cx="12420184" cy="5990088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5" y="9636813"/>
            <a:ext cx="12420184" cy="3150046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/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01B79-4570-4CD5-A13F-7E633BC1F71A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560E6-6DCA-41FD-A2CF-495D71F2F1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4018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3833390"/>
            <a:ext cx="6120091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3833390"/>
            <a:ext cx="6120091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01B79-4570-4CD5-A13F-7E633BC1F71A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560E6-6DCA-41FD-A2CF-495D71F2F1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954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66681"/>
            <a:ext cx="12420184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2" y="3530053"/>
            <a:ext cx="6091964" cy="1730025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2" y="5260078"/>
            <a:ext cx="6091964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9" y="3530053"/>
            <a:ext cx="6121966" cy="1730025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9" y="5260078"/>
            <a:ext cx="6121966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01B79-4570-4CD5-A13F-7E633BC1F71A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560E6-6DCA-41FD-A2CF-495D71F2F1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784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01B79-4570-4CD5-A13F-7E633BC1F71A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560E6-6DCA-41FD-A2CF-495D71F2F1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6364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01B79-4570-4CD5-A13F-7E633BC1F71A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560E6-6DCA-41FD-A2CF-495D71F2F1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4881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960014"/>
            <a:ext cx="4644444" cy="3360050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2073367"/>
            <a:ext cx="7290108" cy="10233485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4320064"/>
            <a:ext cx="4644444" cy="8003453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01B79-4570-4CD5-A13F-7E633BC1F71A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560E6-6DCA-41FD-A2CF-495D71F2F1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2424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960014"/>
            <a:ext cx="4644444" cy="3360050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2073367"/>
            <a:ext cx="7290108" cy="10233485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4320064"/>
            <a:ext cx="4644444" cy="8003453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01B79-4570-4CD5-A13F-7E633BC1F71A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560E6-6DCA-41FD-A2CF-495D71F2F1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613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01B79-4570-4CD5-A13F-7E633BC1F71A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560E6-6DCA-41FD-A2CF-495D71F2F1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95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766678"/>
            <a:ext cx="3105046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766678"/>
            <a:ext cx="9135135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01B79-4570-4CD5-A13F-7E633BC1F71A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560E6-6DCA-41FD-A2CF-495D71F2F1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263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766681"/>
            <a:ext cx="12420184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3833390"/>
            <a:ext cx="12420184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13346867"/>
            <a:ext cx="3240048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901B79-4570-4CD5-A13F-7E633BC1F71A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13346867"/>
            <a:ext cx="4860072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13346867"/>
            <a:ext cx="3240048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A560E6-6DCA-41FD-A2CF-495D71F2F1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0694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jpe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jpe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643001" y="2895556"/>
            <a:ext cx="5216263" cy="3042000"/>
          </a:xfrm>
          <a:prstGeom prst="rect">
            <a:avLst/>
          </a:prstGeom>
          <a:gradFill>
            <a:gsLst>
              <a:gs pos="0">
                <a:srgbClr val="FFE8A3">
                  <a:alpha val="30000"/>
                </a:srgbClr>
              </a:gs>
              <a:gs pos="38000">
                <a:srgbClr val="F1E7B4">
                  <a:alpha val="30000"/>
                </a:srgbClr>
              </a:gs>
              <a:gs pos="100000">
                <a:srgbClr val="CBE3BB">
                  <a:alpha val="3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0" name="圆角矩形 409"/>
          <p:cNvSpPr/>
          <p:nvPr/>
        </p:nvSpPr>
        <p:spPr>
          <a:xfrm>
            <a:off x="488460" y="6018200"/>
            <a:ext cx="6715742" cy="2779590"/>
          </a:xfrm>
          <a:prstGeom prst="roundRect">
            <a:avLst>
              <a:gd name="adj" fmla="val 3355"/>
            </a:avLst>
          </a:prstGeom>
          <a:solidFill>
            <a:srgbClr val="F8CBAD">
              <a:alpha val="30196"/>
            </a:srgbClr>
          </a:solidFill>
          <a:ln w="19050">
            <a:solidFill>
              <a:srgbClr val="F5B487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8" name="圆角矩形 517"/>
          <p:cNvSpPr/>
          <p:nvPr/>
        </p:nvSpPr>
        <p:spPr>
          <a:xfrm>
            <a:off x="488460" y="8848476"/>
            <a:ext cx="6715742" cy="1937251"/>
          </a:xfrm>
          <a:prstGeom prst="roundRect">
            <a:avLst>
              <a:gd name="adj" fmla="val 3355"/>
            </a:avLst>
          </a:prstGeom>
          <a:solidFill>
            <a:srgbClr val="9DC3E6">
              <a:alpha val="25098"/>
            </a:srgbClr>
          </a:solidFill>
          <a:ln w="19050">
            <a:solidFill>
              <a:srgbClr val="76ABDC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" name="圆角矩形 511"/>
          <p:cNvSpPr/>
          <p:nvPr/>
        </p:nvSpPr>
        <p:spPr>
          <a:xfrm>
            <a:off x="7331634" y="8850300"/>
            <a:ext cx="4481517" cy="1935427"/>
          </a:xfrm>
          <a:prstGeom prst="roundRect">
            <a:avLst>
              <a:gd name="adj" fmla="val 1983"/>
            </a:avLst>
          </a:prstGeom>
          <a:noFill/>
          <a:ln w="190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圆角矩形 86"/>
          <p:cNvSpPr/>
          <p:nvPr/>
        </p:nvSpPr>
        <p:spPr>
          <a:xfrm>
            <a:off x="7335190" y="6019709"/>
            <a:ext cx="4477961" cy="2778258"/>
          </a:xfrm>
          <a:prstGeom prst="roundRect">
            <a:avLst>
              <a:gd name="adj" fmla="val 1983"/>
            </a:avLst>
          </a:prstGeom>
          <a:solidFill>
            <a:srgbClr val="FFF2CC">
              <a:alpha val="40000"/>
            </a:srgbClr>
          </a:solidFill>
          <a:ln w="19050">
            <a:solidFill>
              <a:srgbClr val="FFDA7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8" name="圆角矩形 140">
            <a:extLst>
              <a:ext uri="{FF2B5EF4-FFF2-40B4-BE49-F238E27FC236}">
                <a16:creationId xmlns:a16="http://schemas.microsoft.com/office/drawing/2014/main" id="{EEB6F23A-A0AA-9B44-309F-0BACB5CEAB87}"/>
              </a:ext>
            </a:extLst>
          </p:cNvPr>
          <p:cNvSpPr/>
          <p:nvPr/>
        </p:nvSpPr>
        <p:spPr>
          <a:xfrm>
            <a:off x="672878" y="6356332"/>
            <a:ext cx="919319" cy="861060"/>
          </a:xfrm>
          <a:prstGeom prst="roundRect">
            <a:avLst>
              <a:gd name="adj" fmla="val 2559"/>
            </a:avLst>
          </a:prstGeom>
          <a:solidFill>
            <a:srgbClr val="F2F2F2">
              <a:alpha val="34118"/>
            </a:srgbClr>
          </a:solidFill>
          <a:ln w="12700">
            <a:solidFill>
              <a:schemeClr val="accent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梯形 7"/>
          <p:cNvSpPr/>
          <p:nvPr/>
        </p:nvSpPr>
        <p:spPr>
          <a:xfrm rot="5400000">
            <a:off x="2862884" y="3168331"/>
            <a:ext cx="1690802" cy="1614489"/>
          </a:xfrm>
          <a:prstGeom prst="trapezoid">
            <a:avLst/>
          </a:prstGeom>
          <a:solidFill>
            <a:schemeClr val="accent1">
              <a:lumMod val="40000"/>
              <a:lumOff val="60000"/>
              <a:alpha val="50196"/>
            </a:schemeClr>
          </a:solidFill>
          <a:ln w="190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tIns="0" bIns="144000" rtlCol="0" anchor="ctr"/>
          <a:lstStyle/>
          <a:p>
            <a:pPr algn="ctr"/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4054583" y="3517840"/>
            <a:ext cx="360000" cy="900000"/>
          </a:xfrm>
          <a:prstGeom prst="roundRect">
            <a:avLst>
              <a:gd name="adj" fmla="val 12893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2968066" y="3337043"/>
            <a:ext cx="360000" cy="1260000"/>
          </a:xfrm>
          <a:prstGeom prst="roundRect">
            <a:avLst>
              <a:gd name="adj" fmla="val 12893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3509787" y="3427043"/>
            <a:ext cx="360000" cy="1080000"/>
          </a:xfrm>
          <a:prstGeom prst="roundRect">
            <a:avLst>
              <a:gd name="adj" fmla="val 12893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7695106" y="3337043"/>
            <a:ext cx="360000" cy="1260000"/>
          </a:xfrm>
          <a:prstGeom prst="roundRect">
            <a:avLst>
              <a:gd name="adj" fmla="val 12893"/>
            </a:avLst>
          </a:prstGeom>
          <a:gradFill>
            <a:gsLst>
              <a:gs pos="0">
                <a:srgbClr val="FFE8A3"/>
              </a:gs>
              <a:gs pos="100000">
                <a:srgbClr val="CBE3BB"/>
              </a:gs>
            </a:gsLst>
            <a:lin ang="5400000" scaled="1"/>
          </a:gradFill>
          <a:ln>
            <a:gradFill>
              <a:gsLst>
                <a:gs pos="0">
                  <a:srgbClr val="FFD55D"/>
                </a:gs>
                <a:gs pos="100000">
                  <a:srgbClr val="80C535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7153295" y="3427043"/>
            <a:ext cx="360000" cy="1080000"/>
          </a:xfrm>
          <a:prstGeom prst="roundRect">
            <a:avLst>
              <a:gd name="adj" fmla="val 12893"/>
            </a:avLst>
          </a:prstGeom>
          <a:gradFill>
            <a:gsLst>
              <a:gs pos="0">
                <a:srgbClr val="FFE8A3"/>
              </a:gs>
              <a:gs pos="100000">
                <a:srgbClr val="CBE3BB"/>
              </a:gs>
            </a:gsLst>
            <a:lin ang="5400000" scaled="1"/>
          </a:gradFill>
          <a:ln>
            <a:gradFill>
              <a:gsLst>
                <a:gs pos="0">
                  <a:srgbClr val="FFD55D"/>
                </a:gs>
                <a:gs pos="100000">
                  <a:srgbClr val="80C535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6603345" y="3516838"/>
            <a:ext cx="360000" cy="900000"/>
          </a:xfrm>
          <a:prstGeom prst="roundRect">
            <a:avLst>
              <a:gd name="adj" fmla="val 12893"/>
            </a:avLst>
          </a:prstGeom>
          <a:gradFill>
            <a:gsLst>
              <a:gs pos="0">
                <a:srgbClr val="FFE8A3"/>
              </a:gs>
              <a:gs pos="100000">
                <a:srgbClr val="CBE3BB"/>
              </a:gs>
            </a:gsLst>
            <a:lin ang="5400000" scaled="1"/>
          </a:gradFill>
          <a:ln>
            <a:gradFill>
              <a:gsLst>
                <a:gs pos="0">
                  <a:srgbClr val="FFD55D"/>
                </a:gs>
                <a:gs pos="100000">
                  <a:srgbClr val="80C535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肘形连接符 15"/>
          <p:cNvCxnSpPr>
            <a:stCxn id="7" idx="0"/>
            <a:endCxn id="11" idx="0"/>
          </p:cNvCxnSpPr>
          <p:nvPr/>
        </p:nvCxnSpPr>
        <p:spPr>
          <a:xfrm rot="5400000" flipH="1" flipV="1">
            <a:off x="5508463" y="2242958"/>
            <a:ext cx="1002" cy="2548762"/>
          </a:xfrm>
          <a:prstGeom prst="bentConnector3">
            <a:avLst>
              <a:gd name="adj1" fmla="val 25956287"/>
            </a:avLst>
          </a:prstGeom>
          <a:ln w="19050">
            <a:gradFill>
              <a:gsLst>
                <a:gs pos="0">
                  <a:schemeClr val="tx1"/>
                </a:gs>
                <a:gs pos="15000">
                  <a:schemeClr val="tx1"/>
                </a:gs>
                <a:gs pos="16000">
                  <a:srgbClr val="C55A11"/>
                </a:gs>
                <a:gs pos="100000">
                  <a:srgbClr val="C55A11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肘形连接符 17"/>
          <p:cNvCxnSpPr>
            <a:stCxn id="5" idx="0"/>
            <a:endCxn id="10" idx="0"/>
          </p:cNvCxnSpPr>
          <p:nvPr/>
        </p:nvCxnSpPr>
        <p:spPr>
          <a:xfrm rot="5400000" flipH="1" flipV="1">
            <a:off x="5511541" y="1605289"/>
            <a:ext cx="12700" cy="3643508"/>
          </a:xfrm>
          <a:prstGeom prst="bentConnector3">
            <a:avLst>
              <a:gd name="adj1" fmla="val 2440000"/>
            </a:avLst>
          </a:prstGeom>
          <a:ln w="19050">
            <a:gradFill>
              <a:gsLst>
                <a:gs pos="0">
                  <a:schemeClr val="tx1"/>
                </a:gs>
                <a:gs pos="25000">
                  <a:schemeClr val="tx1"/>
                </a:gs>
                <a:gs pos="26000">
                  <a:srgbClr val="C55A11"/>
                </a:gs>
                <a:gs pos="100000">
                  <a:srgbClr val="C55A11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肘形连接符 21"/>
          <p:cNvCxnSpPr>
            <a:stCxn id="4" idx="0"/>
            <a:endCxn id="9" idx="0"/>
          </p:cNvCxnSpPr>
          <p:nvPr/>
        </p:nvCxnSpPr>
        <p:spPr>
          <a:xfrm rot="5400000" flipH="1" flipV="1">
            <a:off x="5511586" y="973523"/>
            <a:ext cx="12700" cy="4727040"/>
          </a:xfrm>
          <a:prstGeom prst="bentConnector3">
            <a:avLst>
              <a:gd name="adj1" fmla="val 3325000"/>
            </a:avLst>
          </a:prstGeom>
          <a:ln w="19050">
            <a:gradFill>
              <a:gsLst>
                <a:gs pos="0">
                  <a:schemeClr val="tx1"/>
                </a:gs>
                <a:gs pos="30000">
                  <a:schemeClr val="tx1"/>
                </a:gs>
                <a:gs pos="31000">
                  <a:srgbClr val="C55A11"/>
                </a:gs>
                <a:gs pos="100000">
                  <a:srgbClr val="C55A11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肘形连接符 32"/>
          <p:cNvCxnSpPr>
            <a:stCxn id="7" idx="2"/>
            <a:endCxn id="224" idx="1"/>
          </p:cNvCxnSpPr>
          <p:nvPr/>
        </p:nvCxnSpPr>
        <p:spPr>
          <a:xfrm rot="16200000" flipH="1">
            <a:off x="4353536" y="4298887"/>
            <a:ext cx="470585" cy="708490"/>
          </a:xfrm>
          <a:prstGeom prst="bentConnector2">
            <a:avLst/>
          </a:prstGeom>
          <a:ln w="19050">
            <a:gradFill>
              <a:gsLst>
                <a:gs pos="0">
                  <a:schemeClr val="tx1"/>
                </a:gs>
                <a:gs pos="52000">
                  <a:schemeClr val="tx1"/>
                </a:gs>
                <a:gs pos="53000">
                  <a:srgbClr val="548235"/>
                </a:gs>
                <a:gs pos="100000">
                  <a:srgbClr val="548235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肘形连接符 34"/>
          <p:cNvCxnSpPr>
            <a:stCxn id="225" idx="3"/>
            <a:endCxn id="11" idx="2"/>
          </p:cNvCxnSpPr>
          <p:nvPr/>
        </p:nvCxnSpPr>
        <p:spPr>
          <a:xfrm flipV="1">
            <a:off x="6416436" y="4416838"/>
            <a:ext cx="366909" cy="471586"/>
          </a:xfrm>
          <a:prstGeom prst="bentConnector2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肘形连接符 41"/>
          <p:cNvCxnSpPr>
            <a:stCxn id="5" idx="2"/>
            <a:endCxn id="37" idx="2"/>
          </p:cNvCxnSpPr>
          <p:nvPr/>
        </p:nvCxnSpPr>
        <p:spPr>
          <a:xfrm rot="16200000" flipH="1">
            <a:off x="3965537" y="4231292"/>
            <a:ext cx="686207" cy="1237707"/>
          </a:xfrm>
          <a:prstGeom prst="bentConnector2">
            <a:avLst/>
          </a:prstGeom>
          <a:ln w="19050">
            <a:gradFill>
              <a:gsLst>
                <a:gs pos="0">
                  <a:schemeClr val="tx1"/>
                </a:gs>
                <a:gs pos="72000">
                  <a:schemeClr val="tx1"/>
                </a:gs>
                <a:gs pos="73000">
                  <a:srgbClr val="548235"/>
                </a:gs>
                <a:gs pos="100000">
                  <a:srgbClr val="548235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肘形连接符 43"/>
          <p:cNvCxnSpPr>
            <a:stCxn id="39" idx="6"/>
            <a:endCxn id="10" idx="2"/>
          </p:cNvCxnSpPr>
          <p:nvPr/>
        </p:nvCxnSpPr>
        <p:spPr>
          <a:xfrm flipV="1">
            <a:off x="6409367" y="4507043"/>
            <a:ext cx="923928" cy="687412"/>
          </a:xfrm>
          <a:prstGeom prst="bentConnector2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肘形连接符 45"/>
          <p:cNvCxnSpPr>
            <a:stCxn id="4" idx="2"/>
            <a:endCxn id="38" idx="2"/>
          </p:cNvCxnSpPr>
          <p:nvPr/>
        </p:nvCxnSpPr>
        <p:spPr>
          <a:xfrm rot="16200000" flipH="1">
            <a:off x="3518277" y="4226832"/>
            <a:ext cx="1039007" cy="1779428"/>
          </a:xfrm>
          <a:prstGeom prst="bentConnector2">
            <a:avLst/>
          </a:prstGeom>
          <a:ln w="19050">
            <a:gradFill>
              <a:gsLst>
                <a:gs pos="0">
                  <a:schemeClr val="tx1"/>
                </a:gs>
                <a:gs pos="80000">
                  <a:schemeClr val="tx1"/>
                </a:gs>
                <a:gs pos="81000">
                  <a:srgbClr val="548235"/>
                </a:gs>
                <a:gs pos="100000">
                  <a:srgbClr val="548235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肘形连接符 47"/>
          <p:cNvCxnSpPr>
            <a:stCxn id="40" idx="6"/>
            <a:endCxn id="9" idx="2"/>
          </p:cNvCxnSpPr>
          <p:nvPr/>
        </p:nvCxnSpPr>
        <p:spPr>
          <a:xfrm flipV="1">
            <a:off x="6409367" y="4597043"/>
            <a:ext cx="1465739" cy="1040589"/>
          </a:xfrm>
          <a:prstGeom prst="bentConnector2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组合 48"/>
          <p:cNvGrpSpPr/>
          <p:nvPr/>
        </p:nvGrpSpPr>
        <p:grpSpPr>
          <a:xfrm>
            <a:off x="661431" y="3568700"/>
            <a:ext cx="919319" cy="818610"/>
            <a:chOff x="2536621" y="1823059"/>
            <a:chExt cx="919319" cy="818610"/>
          </a:xfrm>
        </p:grpSpPr>
        <p:sp>
          <p:nvSpPr>
            <p:cNvPr id="50" name="圆角矩形 140">
              <a:extLst>
                <a:ext uri="{FF2B5EF4-FFF2-40B4-BE49-F238E27FC236}">
                  <a16:creationId xmlns:a16="http://schemas.microsoft.com/office/drawing/2014/main" id="{EEB6F23A-A0AA-9B44-309F-0BACB5CEAB87}"/>
                </a:ext>
              </a:extLst>
            </p:cNvPr>
            <p:cNvSpPr/>
            <p:nvPr/>
          </p:nvSpPr>
          <p:spPr>
            <a:xfrm>
              <a:off x="2536621" y="1823059"/>
              <a:ext cx="919319" cy="818610"/>
            </a:xfrm>
            <a:prstGeom prst="roundRect">
              <a:avLst>
                <a:gd name="adj" fmla="val 2559"/>
              </a:avLst>
            </a:prstGeom>
            <a:solidFill>
              <a:srgbClr val="F2F2F2">
                <a:alpha val="34118"/>
              </a:srgbClr>
            </a:solidFill>
            <a:ln w="12700">
              <a:solidFill>
                <a:schemeClr val="accent3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04BC599F-7616-3DCD-7924-9237DA73F19E}"/>
                </a:ext>
              </a:extLst>
            </p:cNvPr>
            <p:cNvGrpSpPr/>
            <p:nvPr/>
          </p:nvGrpSpPr>
          <p:grpSpPr>
            <a:xfrm>
              <a:off x="2598271" y="1854336"/>
              <a:ext cx="820952" cy="751572"/>
              <a:chOff x="5971164" y="1446596"/>
              <a:chExt cx="820952" cy="751572"/>
            </a:xfrm>
          </p:grpSpPr>
          <p:pic>
            <p:nvPicPr>
              <p:cNvPr id="52" name="图片 51">
                <a:extLst>
                  <a:ext uri="{FF2B5EF4-FFF2-40B4-BE49-F238E27FC236}">
                    <a16:creationId xmlns:a16="http://schemas.microsoft.com/office/drawing/2014/main" id="{B453540F-5103-FC20-95E4-D4CD087B02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971164" y="1446596"/>
                <a:ext cx="533932" cy="540000"/>
              </a:xfrm>
              <a:prstGeom prst="rect">
                <a:avLst/>
              </a:prstGeom>
            </p:spPr>
          </p:pic>
          <p:pic>
            <p:nvPicPr>
              <p:cNvPr id="53" name="图片 52">
                <a:extLst>
                  <a:ext uri="{FF2B5EF4-FFF2-40B4-BE49-F238E27FC236}">
                    <a16:creationId xmlns:a16="http://schemas.microsoft.com/office/drawing/2014/main" id="{03CD6239-3D2D-E63F-7AA1-9FF3F67E03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101413" y="1534410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54" name="图片 53">
                <a:extLst>
                  <a:ext uri="{FF2B5EF4-FFF2-40B4-BE49-F238E27FC236}">
                    <a16:creationId xmlns:a16="http://schemas.microsoft.com/office/drawing/2014/main" id="{FD1C4463-B408-8E4F-0691-39B4F6A0F8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252116" y="1658168"/>
                <a:ext cx="540000" cy="540000"/>
              </a:xfrm>
              <a:prstGeom prst="rect">
                <a:avLst/>
              </a:prstGeom>
            </p:spPr>
          </p:pic>
        </p:grpSp>
      </p:grpSp>
      <p:cxnSp>
        <p:nvCxnSpPr>
          <p:cNvPr id="58" name="直接箭头连接符 57"/>
          <p:cNvCxnSpPr>
            <a:stCxn id="50" idx="3"/>
            <a:endCxn id="215" idx="2"/>
          </p:cNvCxnSpPr>
          <p:nvPr/>
        </p:nvCxnSpPr>
        <p:spPr>
          <a:xfrm flipV="1">
            <a:off x="1580750" y="3975500"/>
            <a:ext cx="362041" cy="25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肘形连接符 60"/>
          <p:cNvCxnSpPr>
            <a:stCxn id="50" idx="2"/>
            <a:endCxn id="36" idx="3"/>
          </p:cNvCxnSpPr>
          <p:nvPr/>
        </p:nvCxnSpPr>
        <p:spPr>
          <a:xfrm rot="16200000" flipH="1">
            <a:off x="2727230" y="2781171"/>
            <a:ext cx="1338740" cy="4551018"/>
          </a:xfrm>
          <a:prstGeom prst="bentConnector3">
            <a:avLst>
              <a:gd name="adj1" fmla="val 111468"/>
            </a:avLst>
          </a:prstGeom>
          <a:ln w="19050">
            <a:gradFill>
              <a:gsLst>
                <a:gs pos="0">
                  <a:schemeClr val="tx1"/>
                </a:gs>
                <a:gs pos="75000">
                  <a:schemeClr val="tx1"/>
                </a:gs>
                <a:gs pos="76000">
                  <a:srgbClr val="548235"/>
                </a:gs>
                <a:gs pos="100000">
                  <a:srgbClr val="548235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流程图: 或者 76">
            <a:extLst>
              <a:ext uri="{FF2B5EF4-FFF2-40B4-BE49-F238E27FC236}">
                <a16:creationId xmlns:a16="http://schemas.microsoft.com/office/drawing/2014/main" id="{FC59630F-9677-4FD7-7EB5-CAD03337C289}"/>
              </a:ext>
            </a:extLst>
          </p:cNvPr>
          <p:cNvSpPr/>
          <p:nvPr/>
        </p:nvSpPr>
        <p:spPr>
          <a:xfrm>
            <a:off x="8630898" y="3480719"/>
            <a:ext cx="180000" cy="180000"/>
          </a:xfrm>
          <a:prstGeom prst="flowChartOr">
            <a:avLst/>
          </a:prstGeom>
          <a:noFill/>
          <a:ln w="12700"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流程图: 或者 77">
            <a:extLst>
              <a:ext uri="{FF2B5EF4-FFF2-40B4-BE49-F238E27FC236}">
                <a16:creationId xmlns:a16="http://schemas.microsoft.com/office/drawing/2014/main" id="{FC59630F-9677-4FD7-7EB5-CAD03337C289}"/>
              </a:ext>
            </a:extLst>
          </p:cNvPr>
          <p:cNvSpPr/>
          <p:nvPr/>
        </p:nvSpPr>
        <p:spPr>
          <a:xfrm>
            <a:off x="8630898" y="4495068"/>
            <a:ext cx="180000" cy="180000"/>
          </a:xfrm>
          <a:prstGeom prst="flowChartOr">
            <a:avLst/>
          </a:prstGeom>
          <a:noFill/>
          <a:ln w="12700"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9" name="组合 158"/>
          <p:cNvGrpSpPr/>
          <p:nvPr/>
        </p:nvGrpSpPr>
        <p:grpSpPr>
          <a:xfrm>
            <a:off x="4927494" y="5103250"/>
            <a:ext cx="1488937" cy="624382"/>
            <a:chOff x="4533794" y="4957200"/>
            <a:chExt cx="1488937" cy="624382"/>
          </a:xfrm>
        </p:grpSpPr>
        <p:sp>
          <p:nvSpPr>
            <p:cNvPr id="36" name="圆角矩形 157">
              <a:extLst>
                <a:ext uri="{FF2B5EF4-FFF2-40B4-BE49-F238E27FC236}">
                  <a16:creationId xmlns:a16="http://schemas.microsoft.com/office/drawing/2014/main" id="{59C0A3AC-A455-3142-CAD0-6D2EE2FB4915}"/>
                </a:ext>
              </a:extLst>
            </p:cNvPr>
            <p:cNvSpPr/>
            <p:nvPr/>
          </p:nvSpPr>
          <p:spPr>
            <a:xfrm rot="5400000">
              <a:off x="4967010" y="4524279"/>
              <a:ext cx="622799" cy="1488643"/>
            </a:xfrm>
            <a:prstGeom prst="roundRect">
              <a:avLst>
                <a:gd name="adj" fmla="val 4101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HFEM</a:t>
              </a:r>
            </a:p>
          </p:txBody>
        </p:sp>
        <p:sp>
          <p:nvSpPr>
            <p:cNvPr id="37" name="流程图: 汇总连接 36">
              <a:extLst>
                <a:ext uri="{FF2B5EF4-FFF2-40B4-BE49-F238E27FC236}">
                  <a16:creationId xmlns:a16="http://schemas.microsoft.com/office/drawing/2014/main" id="{B8561862-2A6C-0860-4B4E-C150A7F86B04}"/>
                </a:ext>
              </a:extLst>
            </p:cNvPr>
            <p:cNvSpPr/>
            <p:nvPr/>
          </p:nvSpPr>
          <p:spPr>
            <a:xfrm>
              <a:off x="4533794" y="4957200"/>
              <a:ext cx="180000" cy="180000"/>
            </a:xfrm>
            <a:prstGeom prst="flowChartSummingJunction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流程图: 汇总连接 37">
              <a:extLst>
                <a:ext uri="{FF2B5EF4-FFF2-40B4-BE49-F238E27FC236}">
                  <a16:creationId xmlns:a16="http://schemas.microsoft.com/office/drawing/2014/main" id="{B8561862-2A6C-0860-4B4E-C150A7F86B04}"/>
                </a:ext>
              </a:extLst>
            </p:cNvPr>
            <p:cNvSpPr/>
            <p:nvPr/>
          </p:nvSpPr>
          <p:spPr>
            <a:xfrm>
              <a:off x="4533794" y="5400000"/>
              <a:ext cx="180000" cy="180000"/>
            </a:xfrm>
            <a:prstGeom prst="flowChartSummingJunction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流程图: 汇总连接 38">
              <a:extLst>
                <a:ext uri="{FF2B5EF4-FFF2-40B4-BE49-F238E27FC236}">
                  <a16:creationId xmlns:a16="http://schemas.microsoft.com/office/drawing/2014/main" id="{B8561862-2A6C-0860-4B4E-C150A7F86B04}"/>
                </a:ext>
              </a:extLst>
            </p:cNvPr>
            <p:cNvSpPr/>
            <p:nvPr/>
          </p:nvSpPr>
          <p:spPr>
            <a:xfrm>
              <a:off x="5835667" y="4958405"/>
              <a:ext cx="180000" cy="180000"/>
            </a:xfrm>
            <a:prstGeom prst="flowChartSummingJunction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流程图: 汇总连接 39">
              <a:extLst>
                <a:ext uri="{FF2B5EF4-FFF2-40B4-BE49-F238E27FC236}">
                  <a16:creationId xmlns:a16="http://schemas.microsoft.com/office/drawing/2014/main" id="{B8561862-2A6C-0860-4B4E-C150A7F86B04}"/>
                </a:ext>
              </a:extLst>
            </p:cNvPr>
            <p:cNvSpPr/>
            <p:nvPr/>
          </p:nvSpPr>
          <p:spPr>
            <a:xfrm>
              <a:off x="5835667" y="5401582"/>
              <a:ext cx="180000" cy="180000"/>
            </a:xfrm>
            <a:prstGeom prst="flowChartSummingJunction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2" name="流程图: 汇总连接 121">
              <a:extLst>
                <a:ext uri="{FF2B5EF4-FFF2-40B4-BE49-F238E27FC236}">
                  <a16:creationId xmlns:a16="http://schemas.microsoft.com/office/drawing/2014/main" id="{2BA0E338-5F6C-7B5A-0706-80321C2C6255}"/>
                </a:ext>
              </a:extLst>
            </p:cNvPr>
            <p:cNvSpPr/>
            <p:nvPr/>
          </p:nvSpPr>
          <p:spPr>
            <a:xfrm>
              <a:off x="5835839" y="5100844"/>
              <a:ext cx="180000" cy="180000"/>
            </a:xfrm>
            <a:prstGeom prst="flowChartSummingJunction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" name="流程图: 汇总连接 122">
              <a:extLst>
                <a:ext uri="{FF2B5EF4-FFF2-40B4-BE49-F238E27FC236}">
                  <a16:creationId xmlns:a16="http://schemas.microsoft.com/office/drawing/2014/main" id="{2BA0E338-5F6C-7B5A-0706-80321C2C6255}"/>
                </a:ext>
              </a:extLst>
            </p:cNvPr>
            <p:cNvSpPr/>
            <p:nvPr/>
          </p:nvSpPr>
          <p:spPr>
            <a:xfrm>
              <a:off x="5835667" y="5255909"/>
              <a:ext cx="180000" cy="180000"/>
            </a:xfrm>
            <a:prstGeom prst="flowChartSummingJunction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27" name="直接箭头连接符 126"/>
          <p:cNvCxnSpPr>
            <a:stCxn id="122" idx="6"/>
          </p:cNvCxnSpPr>
          <p:nvPr/>
        </p:nvCxnSpPr>
        <p:spPr>
          <a:xfrm>
            <a:off x="6409538" y="5336894"/>
            <a:ext cx="28800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箭头连接符 128"/>
          <p:cNvCxnSpPr>
            <a:stCxn id="123" idx="6"/>
          </p:cNvCxnSpPr>
          <p:nvPr/>
        </p:nvCxnSpPr>
        <p:spPr>
          <a:xfrm>
            <a:off x="6409367" y="5491959"/>
            <a:ext cx="28800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文本框 141"/>
          <p:cNvSpPr txBox="1"/>
          <p:nvPr/>
        </p:nvSpPr>
        <p:spPr>
          <a:xfrm>
            <a:off x="4742618" y="4254826"/>
            <a:ext cx="1191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Saliency Map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文本框 144"/>
          <p:cNvSpPr txBox="1"/>
          <p:nvPr/>
        </p:nvSpPr>
        <p:spPr>
          <a:xfrm>
            <a:off x="3628918" y="5258968"/>
            <a:ext cx="1191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Saliency Map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7" name="直接箭头连接符 146"/>
          <p:cNvCxnSpPr/>
          <p:nvPr/>
        </p:nvCxnSpPr>
        <p:spPr>
          <a:xfrm>
            <a:off x="4713700" y="5412857"/>
            <a:ext cx="216000" cy="1599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0" name="组合 259">
            <a:extLst>
              <a:ext uri="{FF2B5EF4-FFF2-40B4-BE49-F238E27FC236}">
                <a16:creationId xmlns:a16="http://schemas.microsoft.com/office/drawing/2014/main" id="{C4902E7D-7BB2-866D-D695-82936CCAA7E2}"/>
              </a:ext>
            </a:extLst>
          </p:cNvPr>
          <p:cNvGrpSpPr/>
          <p:nvPr/>
        </p:nvGrpSpPr>
        <p:grpSpPr>
          <a:xfrm>
            <a:off x="744004" y="6417720"/>
            <a:ext cx="823986" cy="751572"/>
            <a:chOff x="5968130" y="1446596"/>
            <a:chExt cx="823986" cy="751572"/>
          </a:xfrm>
        </p:grpSpPr>
        <p:pic>
          <p:nvPicPr>
            <p:cNvPr id="261" name="图片 260">
              <a:extLst>
                <a:ext uri="{FF2B5EF4-FFF2-40B4-BE49-F238E27FC236}">
                  <a16:creationId xmlns:a16="http://schemas.microsoft.com/office/drawing/2014/main" id="{BD7DF657-0FFE-C196-3615-3144F1D224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68130" y="1446596"/>
              <a:ext cx="540000" cy="540000"/>
            </a:xfrm>
            <a:prstGeom prst="rect">
              <a:avLst/>
            </a:prstGeom>
          </p:spPr>
        </p:pic>
        <p:pic>
          <p:nvPicPr>
            <p:cNvPr id="262" name="图片 261">
              <a:extLst>
                <a:ext uri="{FF2B5EF4-FFF2-40B4-BE49-F238E27FC236}">
                  <a16:creationId xmlns:a16="http://schemas.microsoft.com/office/drawing/2014/main" id="{E34BC9A5-9789-4068-538E-CD928A7C731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1413" y="1534410"/>
              <a:ext cx="540000" cy="540000"/>
            </a:xfrm>
            <a:prstGeom prst="rect">
              <a:avLst/>
            </a:prstGeom>
          </p:spPr>
        </p:pic>
        <p:pic>
          <p:nvPicPr>
            <p:cNvPr id="263" name="图片 262">
              <a:extLst>
                <a:ext uri="{FF2B5EF4-FFF2-40B4-BE49-F238E27FC236}">
                  <a16:creationId xmlns:a16="http://schemas.microsoft.com/office/drawing/2014/main" id="{51B96707-7B53-1D91-4F66-6D9864DE1ED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2116" y="1658168"/>
              <a:ext cx="540000" cy="540000"/>
            </a:xfrm>
            <a:prstGeom prst="rect">
              <a:avLst/>
            </a:prstGeom>
          </p:spPr>
        </p:pic>
      </p:grpSp>
      <p:sp>
        <p:nvSpPr>
          <p:cNvPr id="264" name="圆角矩形 40">
            <a:extLst>
              <a:ext uri="{FF2B5EF4-FFF2-40B4-BE49-F238E27FC236}">
                <a16:creationId xmlns:a16="http://schemas.microsoft.com/office/drawing/2014/main" id="{D0234247-1169-AE24-38A4-07E38A4BA8BF}"/>
              </a:ext>
            </a:extLst>
          </p:cNvPr>
          <p:cNvSpPr/>
          <p:nvPr/>
        </p:nvSpPr>
        <p:spPr>
          <a:xfrm>
            <a:off x="768817" y="7872200"/>
            <a:ext cx="759850" cy="396241"/>
          </a:xfrm>
          <a:prstGeom prst="roundRect">
            <a:avLst>
              <a:gd name="adj" fmla="val 7576"/>
            </a:avLst>
          </a:prstGeom>
          <a:gradFill>
            <a:gsLst>
              <a:gs pos="0">
                <a:srgbClr val="EDEBEB"/>
              </a:gs>
              <a:gs pos="50000">
                <a:srgbClr val="DFDDDD"/>
              </a:gs>
              <a:gs pos="100000">
                <a:schemeClr val="bg2">
                  <a:lumMod val="9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Project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5" name="立方体 264">
            <a:extLst>
              <a:ext uri="{FF2B5EF4-FFF2-40B4-BE49-F238E27FC236}">
                <a16:creationId xmlns:a16="http://schemas.microsoft.com/office/drawing/2014/main" id="{70E276B4-398D-5FE3-CB6E-066581B828A2}"/>
              </a:ext>
            </a:extLst>
          </p:cNvPr>
          <p:cNvSpPr/>
          <p:nvPr/>
        </p:nvSpPr>
        <p:spPr>
          <a:xfrm>
            <a:off x="1815980" y="7840587"/>
            <a:ext cx="335839" cy="336550"/>
          </a:xfrm>
          <a:prstGeom prst="cube">
            <a:avLst>
              <a:gd name="adj" fmla="val 37982"/>
            </a:avLst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" name="立方体 265">
            <a:extLst>
              <a:ext uri="{FF2B5EF4-FFF2-40B4-BE49-F238E27FC236}">
                <a16:creationId xmlns:a16="http://schemas.microsoft.com/office/drawing/2014/main" id="{91D9FE19-85B2-0AE4-4828-A9FBC42EEA31}"/>
              </a:ext>
            </a:extLst>
          </p:cNvPr>
          <p:cNvSpPr/>
          <p:nvPr/>
        </p:nvSpPr>
        <p:spPr>
          <a:xfrm>
            <a:off x="1815980" y="6607258"/>
            <a:ext cx="335839" cy="336550"/>
          </a:xfrm>
          <a:prstGeom prst="cube">
            <a:avLst>
              <a:gd name="adj" fmla="val 37982"/>
            </a:avLst>
          </a:prstGeom>
          <a:solidFill>
            <a:srgbClr val="84B4E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7" name="梯形 266">
            <a:extLst>
              <a:ext uri="{FF2B5EF4-FFF2-40B4-BE49-F238E27FC236}">
                <a16:creationId xmlns:a16="http://schemas.microsoft.com/office/drawing/2014/main" id="{E7923C7B-6807-592A-DDD8-893A91A5E54B}"/>
              </a:ext>
            </a:extLst>
          </p:cNvPr>
          <p:cNvSpPr/>
          <p:nvPr/>
        </p:nvSpPr>
        <p:spPr>
          <a:xfrm rot="16200000" flipH="1" flipV="1">
            <a:off x="2193669" y="6497043"/>
            <a:ext cx="960583" cy="556979"/>
          </a:xfrm>
          <a:prstGeom prst="trapezoid">
            <a:avLst>
              <a:gd name="adj" fmla="val 18143"/>
            </a:avLst>
          </a:prstGeom>
          <a:gradFill>
            <a:gsLst>
              <a:gs pos="0">
                <a:srgbClr val="C8DBEE"/>
              </a:gs>
              <a:gs pos="54000">
                <a:srgbClr val="BED6EC"/>
              </a:gs>
              <a:gs pos="100000">
                <a:srgbClr val="B2CEE8"/>
              </a:gs>
            </a:gsLst>
            <a:lin ang="5400000" scaled="1"/>
          </a:gradFill>
          <a:ln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 anchorCtr="0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Key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Encoder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8" name="圆角矩形 46">
            <a:extLst>
              <a:ext uri="{FF2B5EF4-FFF2-40B4-BE49-F238E27FC236}">
                <a16:creationId xmlns:a16="http://schemas.microsoft.com/office/drawing/2014/main" id="{9DAD2954-A18A-7323-D1A1-85F73AA94553}"/>
              </a:ext>
            </a:extLst>
          </p:cNvPr>
          <p:cNvSpPr/>
          <p:nvPr/>
        </p:nvSpPr>
        <p:spPr>
          <a:xfrm rot="5400000">
            <a:off x="3002349" y="7108389"/>
            <a:ext cx="972000" cy="597877"/>
          </a:xfrm>
          <a:prstGeom prst="roundRect">
            <a:avLst>
              <a:gd name="adj" fmla="val 7576"/>
            </a:avLst>
          </a:prstGeom>
          <a:gradFill>
            <a:gsLst>
              <a:gs pos="0">
                <a:srgbClr val="F1F3F5"/>
              </a:gs>
              <a:gs pos="54000">
                <a:srgbClr val="ECEFF1"/>
              </a:gs>
              <a:gs pos="100000">
                <a:srgbClr val="D9DFE3"/>
              </a:gs>
            </a:gsLst>
            <a:lin ang="540000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Cosine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Similarity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9" name="圆角矩形 48">
            <a:extLst>
              <a:ext uri="{FF2B5EF4-FFF2-40B4-BE49-F238E27FC236}">
                <a16:creationId xmlns:a16="http://schemas.microsoft.com/office/drawing/2014/main" id="{6F5ACAD0-8DE1-C80F-2D96-CE0E2F0C33C8}"/>
              </a:ext>
            </a:extLst>
          </p:cNvPr>
          <p:cNvSpPr/>
          <p:nvPr/>
        </p:nvSpPr>
        <p:spPr>
          <a:xfrm rot="5400000">
            <a:off x="3722452" y="7191189"/>
            <a:ext cx="972000" cy="432000"/>
          </a:xfrm>
          <a:prstGeom prst="roundRect">
            <a:avLst>
              <a:gd name="adj" fmla="val 7576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Sigmoid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0" name="梯形 269">
            <a:extLst>
              <a:ext uri="{FF2B5EF4-FFF2-40B4-BE49-F238E27FC236}">
                <a16:creationId xmlns:a16="http://schemas.microsoft.com/office/drawing/2014/main" id="{9D8ACE3F-65E8-0F6D-BCA2-7DA97C4034D7}"/>
              </a:ext>
            </a:extLst>
          </p:cNvPr>
          <p:cNvSpPr/>
          <p:nvPr/>
        </p:nvSpPr>
        <p:spPr>
          <a:xfrm rot="16200000" flipH="1" flipV="1">
            <a:off x="2193669" y="7760217"/>
            <a:ext cx="960583" cy="556979"/>
          </a:xfrm>
          <a:prstGeom prst="trapezoid">
            <a:avLst>
              <a:gd name="adj" fmla="val 18143"/>
            </a:avLst>
          </a:prstGeom>
          <a:gradFill>
            <a:gsLst>
              <a:gs pos="0">
                <a:srgbClr val="C8DBEE"/>
              </a:gs>
              <a:gs pos="54000">
                <a:srgbClr val="BED6EC"/>
              </a:gs>
              <a:gs pos="100000">
                <a:srgbClr val="B2CEE8"/>
              </a:gs>
            </a:gsLst>
            <a:lin ang="5400000" scaled="1"/>
          </a:gradFill>
          <a:ln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 anchorCtr="0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Key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Encoder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1" name="圆角矩形 52">
            <a:extLst>
              <a:ext uri="{FF2B5EF4-FFF2-40B4-BE49-F238E27FC236}">
                <a16:creationId xmlns:a16="http://schemas.microsoft.com/office/drawing/2014/main" id="{6B048904-D1E3-BFC0-935D-121963944D06}"/>
              </a:ext>
            </a:extLst>
          </p:cNvPr>
          <p:cNvSpPr/>
          <p:nvPr/>
        </p:nvSpPr>
        <p:spPr>
          <a:xfrm>
            <a:off x="3787288" y="6300957"/>
            <a:ext cx="842328" cy="409149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Weight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2" name="圆角矩形 53">
            <a:extLst>
              <a:ext uri="{FF2B5EF4-FFF2-40B4-BE49-F238E27FC236}">
                <a16:creationId xmlns:a16="http://schemas.microsoft.com/office/drawing/2014/main" id="{228F2AC3-53F5-06CB-EBA3-EF5B17FFA366}"/>
              </a:ext>
            </a:extLst>
          </p:cNvPr>
          <p:cNvSpPr/>
          <p:nvPr/>
        </p:nvSpPr>
        <p:spPr>
          <a:xfrm>
            <a:off x="3787363" y="8109847"/>
            <a:ext cx="842400" cy="409149"/>
          </a:xfrm>
          <a:prstGeom prst="roundRect">
            <a:avLst/>
          </a:prstGeom>
          <a:noFill/>
          <a:ln>
            <a:solidFill>
              <a:srgbClr val="8FAADC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1-Weight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3" name="流程图: 汇总连接 272">
            <a:extLst>
              <a:ext uri="{FF2B5EF4-FFF2-40B4-BE49-F238E27FC236}">
                <a16:creationId xmlns:a16="http://schemas.microsoft.com/office/drawing/2014/main" id="{2BA0E338-5F6C-7B5A-0706-80321C2C6255}"/>
              </a:ext>
            </a:extLst>
          </p:cNvPr>
          <p:cNvSpPr/>
          <p:nvPr/>
        </p:nvSpPr>
        <p:spPr>
          <a:xfrm>
            <a:off x="4813492" y="6417346"/>
            <a:ext cx="180000" cy="180000"/>
          </a:xfrm>
          <a:prstGeom prst="flowChartSummingJunction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4" name="流程图: 汇总连接 273">
            <a:extLst>
              <a:ext uri="{FF2B5EF4-FFF2-40B4-BE49-F238E27FC236}">
                <a16:creationId xmlns:a16="http://schemas.microsoft.com/office/drawing/2014/main" id="{B8561862-2A6C-0860-4B4E-C150A7F86B04}"/>
              </a:ext>
            </a:extLst>
          </p:cNvPr>
          <p:cNvSpPr/>
          <p:nvPr/>
        </p:nvSpPr>
        <p:spPr>
          <a:xfrm>
            <a:off x="4813492" y="8224421"/>
            <a:ext cx="180000" cy="180000"/>
          </a:xfrm>
          <a:prstGeom prst="flowChartSummingJunction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5" name="流程图: 或者 274">
            <a:extLst>
              <a:ext uri="{FF2B5EF4-FFF2-40B4-BE49-F238E27FC236}">
                <a16:creationId xmlns:a16="http://schemas.microsoft.com/office/drawing/2014/main" id="{FC59630F-9677-4FD7-7EB5-CAD03337C289}"/>
              </a:ext>
            </a:extLst>
          </p:cNvPr>
          <p:cNvSpPr/>
          <p:nvPr/>
        </p:nvSpPr>
        <p:spPr>
          <a:xfrm>
            <a:off x="4813492" y="7367580"/>
            <a:ext cx="180000" cy="180000"/>
          </a:xfrm>
          <a:prstGeom prst="flowChartOr">
            <a:avLst/>
          </a:prstGeom>
          <a:noFill/>
          <a:ln w="127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7" name="椭圆 276">
            <a:extLst>
              <a:ext uri="{FF2B5EF4-FFF2-40B4-BE49-F238E27FC236}">
                <a16:creationId xmlns:a16="http://schemas.microsoft.com/office/drawing/2014/main" id="{3882436B-1B80-B034-69DA-D7B3CDBEAA0A}"/>
              </a:ext>
            </a:extLst>
          </p:cNvPr>
          <p:cNvSpPr/>
          <p:nvPr/>
        </p:nvSpPr>
        <p:spPr>
          <a:xfrm>
            <a:off x="5196795" y="7311400"/>
            <a:ext cx="288000" cy="288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8" name="文本框 277">
            <a:extLst>
              <a:ext uri="{FF2B5EF4-FFF2-40B4-BE49-F238E27FC236}">
                <a16:creationId xmlns:a16="http://schemas.microsoft.com/office/drawing/2014/main" id="{E54174D1-58A8-1F4C-004A-86C02304BECD}"/>
              </a:ext>
            </a:extLst>
          </p:cNvPr>
          <p:cNvSpPr txBox="1"/>
          <p:nvPr/>
        </p:nvSpPr>
        <p:spPr>
          <a:xfrm>
            <a:off x="5197000" y="7311400"/>
            <a:ext cx="314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0" name="直接箭头连接符 279">
            <a:extLst>
              <a:ext uri="{FF2B5EF4-FFF2-40B4-BE49-F238E27FC236}">
                <a16:creationId xmlns:a16="http://schemas.microsoft.com/office/drawing/2014/main" id="{BF7BCB20-F6F6-B3C9-6154-2116A2F46407}"/>
              </a:ext>
            </a:extLst>
          </p:cNvPr>
          <p:cNvCxnSpPr>
            <a:stCxn id="267" idx="2"/>
          </p:cNvCxnSpPr>
          <p:nvPr/>
        </p:nvCxnSpPr>
        <p:spPr>
          <a:xfrm flipH="1" flipV="1">
            <a:off x="2151819" y="6775532"/>
            <a:ext cx="243652" cy="1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1" name="直接箭头连接符 280">
            <a:extLst>
              <a:ext uri="{FF2B5EF4-FFF2-40B4-BE49-F238E27FC236}">
                <a16:creationId xmlns:a16="http://schemas.microsoft.com/office/drawing/2014/main" id="{79055EAA-C103-B557-DECC-E99F5248A038}"/>
              </a:ext>
            </a:extLst>
          </p:cNvPr>
          <p:cNvCxnSpPr>
            <a:stCxn id="270" idx="2"/>
          </p:cNvCxnSpPr>
          <p:nvPr/>
        </p:nvCxnSpPr>
        <p:spPr>
          <a:xfrm flipH="1">
            <a:off x="2154767" y="8038707"/>
            <a:ext cx="240704" cy="0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2" name="肘形连接符 66">
            <a:extLst>
              <a:ext uri="{FF2B5EF4-FFF2-40B4-BE49-F238E27FC236}">
                <a16:creationId xmlns:a16="http://schemas.microsoft.com/office/drawing/2014/main" id="{480B3AC2-44B9-C175-55CC-5B116B915706}"/>
              </a:ext>
            </a:extLst>
          </p:cNvPr>
          <p:cNvCxnSpPr>
            <a:stCxn id="267" idx="0"/>
            <a:endCxn id="268" idx="1"/>
          </p:cNvCxnSpPr>
          <p:nvPr/>
        </p:nvCxnSpPr>
        <p:spPr>
          <a:xfrm>
            <a:off x="2952450" y="6775533"/>
            <a:ext cx="535899" cy="145795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3" name="肘形连接符 67">
            <a:extLst>
              <a:ext uri="{FF2B5EF4-FFF2-40B4-BE49-F238E27FC236}">
                <a16:creationId xmlns:a16="http://schemas.microsoft.com/office/drawing/2014/main" id="{F9F231B9-3CAB-D93F-0A37-38A9A805E01B}"/>
              </a:ext>
            </a:extLst>
          </p:cNvPr>
          <p:cNvCxnSpPr>
            <a:stCxn id="270" idx="0"/>
            <a:endCxn id="268" idx="3"/>
          </p:cNvCxnSpPr>
          <p:nvPr/>
        </p:nvCxnSpPr>
        <p:spPr>
          <a:xfrm flipV="1">
            <a:off x="2952450" y="7893328"/>
            <a:ext cx="535899" cy="145379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4" name="直接箭头连接符 283">
            <a:extLst>
              <a:ext uri="{FF2B5EF4-FFF2-40B4-BE49-F238E27FC236}">
                <a16:creationId xmlns:a16="http://schemas.microsoft.com/office/drawing/2014/main" id="{3968D774-44EA-6934-02FC-6AD865A858A6}"/>
              </a:ext>
            </a:extLst>
          </p:cNvPr>
          <p:cNvCxnSpPr>
            <a:stCxn id="269" idx="1"/>
            <a:endCxn id="271" idx="2"/>
          </p:cNvCxnSpPr>
          <p:nvPr/>
        </p:nvCxnSpPr>
        <p:spPr>
          <a:xfrm flipV="1">
            <a:off x="4208452" y="6710106"/>
            <a:ext cx="0" cy="21108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5" name="直接箭头连接符 284">
            <a:extLst>
              <a:ext uri="{FF2B5EF4-FFF2-40B4-BE49-F238E27FC236}">
                <a16:creationId xmlns:a16="http://schemas.microsoft.com/office/drawing/2014/main" id="{DE4D6FED-9837-33BA-CD81-6C32A40E5E79}"/>
              </a:ext>
            </a:extLst>
          </p:cNvPr>
          <p:cNvCxnSpPr>
            <a:stCxn id="269" idx="3"/>
            <a:endCxn id="272" idx="0"/>
          </p:cNvCxnSpPr>
          <p:nvPr/>
        </p:nvCxnSpPr>
        <p:spPr>
          <a:xfrm>
            <a:off x="4208452" y="7893189"/>
            <a:ext cx="111" cy="21665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6" name="直接箭头连接符 285">
            <a:extLst>
              <a:ext uri="{FF2B5EF4-FFF2-40B4-BE49-F238E27FC236}">
                <a16:creationId xmlns:a16="http://schemas.microsoft.com/office/drawing/2014/main" id="{4885E68E-CD98-05DF-2DEB-A47053FBFCE1}"/>
              </a:ext>
            </a:extLst>
          </p:cNvPr>
          <p:cNvCxnSpPr>
            <a:stCxn id="271" idx="3"/>
            <a:endCxn id="273" idx="2"/>
          </p:cNvCxnSpPr>
          <p:nvPr/>
        </p:nvCxnSpPr>
        <p:spPr>
          <a:xfrm>
            <a:off x="4629616" y="6505532"/>
            <a:ext cx="183876" cy="18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7" name="直接箭头连接符 286">
            <a:extLst>
              <a:ext uri="{FF2B5EF4-FFF2-40B4-BE49-F238E27FC236}">
                <a16:creationId xmlns:a16="http://schemas.microsoft.com/office/drawing/2014/main" id="{E95971D6-BDCA-D320-B35B-227AE8EF0E0A}"/>
              </a:ext>
            </a:extLst>
          </p:cNvPr>
          <p:cNvCxnSpPr>
            <a:stCxn id="272" idx="3"/>
            <a:endCxn id="274" idx="2"/>
          </p:cNvCxnSpPr>
          <p:nvPr/>
        </p:nvCxnSpPr>
        <p:spPr>
          <a:xfrm flipV="1">
            <a:off x="4629763" y="8314421"/>
            <a:ext cx="183729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8" name="直接箭头连接符 287">
            <a:extLst>
              <a:ext uri="{FF2B5EF4-FFF2-40B4-BE49-F238E27FC236}">
                <a16:creationId xmlns:a16="http://schemas.microsoft.com/office/drawing/2014/main" id="{AFDF23B3-02A3-F1EA-6E82-B148F8B626DE}"/>
              </a:ext>
            </a:extLst>
          </p:cNvPr>
          <p:cNvCxnSpPr>
            <a:stCxn id="273" idx="4"/>
            <a:endCxn id="275" idx="0"/>
          </p:cNvCxnSpPr>
          <p:nvPr/>
        </p:nvCxnSpPr>
        <p:spPr>
          <a:xfrm>
            <a:off x="4903492" y="6597346"/>
            <a:ext cx="0" cy="77023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9" name="直接箭头连接符 288">
            <a:extLst>
              <a:ext uri="{FF2B5EF4-FFF2-40B4-BE49-F238E27FC236}">
                <a16:creationId xmlns:a16="http://schemas.microsoft.com/office/drawing/2014/main" id="{7E0C111A-8358-0A72-459E-9ADBD8C02AFF}"/>
              </a:ext>
            </a:extLst>
          </p:cNvPr>
          <p:cNvCxnSpPr>
            <a:stCxn id="274" idx="0"/>
            <a:endCxn id="275" idx="4"/>
          </p:cNvCxnSpPr>
          <p:nvPr/>
        </p:nvCxnSpPr>
        <p:spPr>
          <a:xfrm flipV="1">
            <a:off x="4903492" y="7547580"/>
            <a:ext cx="0" cy="67684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0" name="直接箭头连接符 289">
            <a:extLst>
              <a:ext uri="{FF2B5EF4-FFF2-40B4-BE49-F238E27FC236}">
                <a16:creationId xmlns:a16="http://schemas.microsoft.com/office/drawing/2014/main" id="{AEDF79E3-29DF-EFC9-2444-1589965C8B30}"/>
              </a:ext>
            </a:extLst>
          </p:cNvPr>
          <p:cNvCxnSpPr>
            <a:stCxn id="275" idx="6"/>
            <a:endCxn id="278" idx="1"/>
          </p:cNvCxnSpPr>
          <p:nvPr/>
        </p:nvCxnSpPr>
        <p:spPr>
          <a:xfrm>
            <a:off x="4993492" y="7457580"/>
            <a:ext cx="203508" cy="770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1" name="直接箭头连接符 290">
            <a:extLst>
              <a:ext uri="{FF2B5EF4-FFF2-40B4-BE49-F238E27FC236}">
                <a16:creationId xmlns:a16="http://schemas.microsoft.com/office/drawing/2014/main" id="{853C84BE-1696-E077-1323-A0BDF8F3743B}"/>
              </a:ext>
            </a:extLst>
          </p:cNvPr>
          <p:cNvCxnSpPr>
            <a:stCxn id="278" idx="3"/>
            <a:endCxn id="302" idx="0"/>
          </p:cNvCxnSpPr>
          <p:nvPr/>
        </p:nvCxnSpPr>
        <p:spPr>
          <a:xfrm flipV="1">
            <a:off x="5511510" y="7456448"/>
            <a:ext cx="116963" cy="884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2" name="肘形连接符 82">
            <a:extLst>
              <a:ext uri="{FF2B5EF4-FFF2-40B4-BE49-F238E27FC236}">
                <a16:creationId xmlns:a16="http://schemas.microsoft.com/office/drawing/2014/main" id="{EBBE8492-0A57-AF49-6096-5F82C8027013}"/>
              </a:ext>
            </a:extLst>
          </p:cNvPr>
          <p:cNvCxnSpPr>
            <a:stCxn id="265" idx="3"/>
            <a:endCxn id="274" idx="4"/>
          </p:cNvCxnSpPr>
          <p:nvPr/>
        </p:nvCxnSpPr>
        <p:spPr>
          <a:xfrm rot="16200000" flipH="1">
            <a:off x="3298164" y="6799093"/>
            <a:ext cx="227284" cy="2983372"/>
          </a:xfrm>
          <a:prstGeom prst="bentConnector3">
            <a:avLst>
              <a:gd name="adj1" fmla="val 200579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3" name="肘形连接符 84">
            <a:extLst>
              <a:ext uri="{FF2B5EF4-FFF2-40B4-BE49-F238E27FC236}">
                <a16:creationId xmlns:a16="http://schemas.microsoft.com/office/drawing/2014/main" id="{701B866B-08A6-1982-D440-964D732EAC8C}"/>
              </a:ext>
            </a:extLst>
          </p:cNvPr>
          <p:cNvCxnSpPr>
            <a:stCxn id="309" idx="0"/>
            <a:endCxn id="273" idx="0"/>
          </p:cNvCxnSpPr>
          <p:nvPr/>
        </p:nvCxnSpPr>
        <p:spPr>
          <a:xfrm rot="5400000" flipH="1" flipV="1">
            <a:off x="3319405" y="5023610"/>
            <a:ext cx="190350" cy="2977823"/>
          </a:xfrm>
          <a:prstGeom prst="bentConnector3">
            <a:avLst>
              <a:gd name="adj1" fmla="val 220095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4" name="肘形连接符 85">
            <a:extLst>
              <a:ext uri="{FF2B5EF4-FFF2-40B4-BE49-F238E27FC236}">
                <a16:creationId xmlns:a16="http://schemas.microsoft.com/office/drawing/2014/main" id="{B3F22E1E-EC14-CFB8-4EB5-C654737087AF}"/>
              </a:ext>
            </a:extLst>
          </p:cNvPr>
          <p:cNvCxnSpPr>
            <a:cxnSpLocks/>
            <a:stCxn id="309" idx="0"/>
            <a:endCxn id="278" idx="0"/>
          </p:cNvCxnSpPr>
          <p:nvPr/>
        </p:nvCxnSpPr>
        <p:spPr>
          <a:xfrm rot="16200000" flipH="1">
            <a:off x="3288110" y="5245255"/>
            <a:ext cx="703704" cy="3428586"/>
          </a:xfrm>
          <a:prstGeom prst="bentConnector3">
            <a:avLst>
              <a:gd name="adj1" fmla="val -59556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5" name="流程图: 或者 294">
            <a:extLst>
              <a:ext uri="{FF2B5EF4-FFF2-40B4-BE49-F238E27FC236}">
                <a16:creationId xmlns:a16="http://schemas.microsoft.com/office/drawing/2014/main" id="{86A92C7C-8CAE-AD5F-6C57-3CE100A1A7AC}"/>
              </a:ext>
            </a:extLst>
          </p:cNvPr>
          <p:cNvSpPr/>
          <p:nvPr/>
        </p:nvSpPr>
        <p:spPr>
          <a:xfrm>
            <a:off x="6844979" y="7367580"/>
            <a:ext cx="180000" cy="180000"/>
          </a:xfrm>
          <a:prstGeom prst="flowChartOr">
            <a:avLst/>
          </a:prstGeom>
          <a:noFill/>
          <a:ln w="127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6" name="肘形连接符 88">
            <a:extLst>
              <a:ext uri="{FF2B5EF4-FFF2-40B4-BE49-F238E27FC236}">
                <a16:creationId xmlns:a16="http://schemas.microsoft.com/office/drawing/2014/main" id="{101873BF-87D1-6A6C-1ADA-C054C99CA356}"/>
              </a:ext>
            </a:extLst>
          </p:cNvPr>
          <p:cNvCxnSpPr>
            <a:stCxn id="309" idx="0"/>
            <a:endCxn id="295" idx="0"/>
          </p:cNvCxnSpPr>
          <p:nvPr/>
        </p:nvCxnSpPr>
        <p:spPr>
          <a:xfrm rot="16200000" flipH="1">
            <a:off x="4050382" y="4482983"/>
            <a:ext cx="759884" cy="5009310"/>
          </a:xfrm>
          <a:prstGeom prst="bentConnector3">
            <a:avLst>
              <a:gd name="adj1" fmla="val -55154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7" name="直接箭头连接符 296">
            <a:extLst>
              <a:ext uri="{FF2B5EF4-FFF2-40B4-BE49-F238E27FC236}">
                <a16:creationId xmlns:a16="http://schemas.microsoft.com/office/drawing/2014/main" id="{F6051BA8-76EE-AF56-7A18-12D4D3A93E87}"/>
              </a:ext>
            </a:extLst>
          </p:cNvPr>
          <p:cNvCxnSpPr>
            <a:stCxn id="302" idx="2"/>
            <a:endCxn id="295" idx="2"/>
          </p:cNvCxnSpPr>
          <p:nvPr/>
        </p:nvCxnSpPr>
        <p:spPr>
          <a:xfrm>
            <a:off x="6689052" y="7456448"/>
            <a:ext cx="155927" cy="113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8" name="直接箭头连接符 297">
            <a:extLst>
              <a:ext uri="{FF2B5EF4-FFF2-40B4-BE49-F238E27FC236}">
                <a16:creationId xmlns:a16="http://schemas.microsoft.com/office/drawing/2014/main" id="{618A4E6E-C586-7830-CBEE-8C0D9AC0F09F}"/>
              </a:ext>
            </a:extLst>
          </p:cNvPr>
          <p:cNvCxnSpPr>
            <a:cxnSpLocks/>
            <a:stCxn id="308" idx="2"/>
            <a:endCxn id="264" idx="0"/>
          </p:cNvCxnSpPr>
          <p:nvPr/>
        </p:nvCxnSpPr>
        <p:spPr>
          <a:xfrm flipH="1">
            <a:off x="1148742" y="7666479"/>
            <a:ext cx="2209" cy="2057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9" name="直接箭头连接符 298">
            <a:extLst>
              <a:ext uri="{FF2B5EF4-FFF2-40B4-BE49-F238E27FC236}">
                <a16:creationId xmlns:a16="http://schemas.microsoft.com/office/drawing/2014/main" id="{61128EB2-C6A5-29F5-426D-733E250CF0E1}"/>
              </a:ext>
            </a:extLst>
          </p:cNvPr>
          <p:cNvCxnSpPr>
            <a:cxnSpLocks/>
          </p:cNvCxnSpPr>
          <p:nvPr/>
        </p:nvCxnSpPr>
        <p:spPr>
          <a:xfrm flipV="1">
            <a:off x="1147287" y="7133348"/>
            <a:ext cx="1454" cy="198355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0" name="直接箭头连接符 299">
            <a:extLst>
              <a:ext uri="{FF2B5EF4-FFF2-40B4-BE49-F238E27FC236}">
                <a16:creationId xmlns:a16="http://schemas.microsoft.com/office/drawing/2014/main" id="{CD390C32-3217-1FA8-11EE-BC03BB569761}"/>
              </a:ext>
            </a:extLst>
          </p:cNvPr>
          <p:cNvCxnSpPr>
            <a:stCxn id="295" idx="6"/>
            <a:endCxn id="403" idx="2"/>
          </p:cNvCxnSpPr>
          <p:nvPr/>
        </p:nvCxnSpPr>
        <p:spPr>
          <a:xfrm>
            <a:off x="7024979" y="7457580"/>
            <a:ext cx="657347" cy="94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01" name="组合 300"/>
          <p:cNvGrpSpPr/>
          <p:nvPr/>
        </p:nvGrpSpPr>
        <p:grpSpPr>
          <a:xfrm>
            <a:off x="5628473" y="6996789"/>
            <a:ext cx="1060579" cy="919319"/>
            <a:chOff x="8035353" y="4804818"/>
            <a:chExt cx="1060579" cy="919319"/>
          </a:xfrm>
        </p:grpSpPr>
        <p:sp>
          <p:nvSpPr>
            <p:cNvPr id="302" name="圆角矩形 103">
              <a:extLst>
                <a:ext uri="{FF2B5EF4-FFF2-40B4-BE49-F238E27FC236}">
                  <a16:creationId xmlns:a16="http://schemas.microsoft.com/office/drawing/2014/main" id="{7A2CD9D5-E920-3C76-BF77-FFB7B9EAABC6}"/>
                </a:ext>
              </a:extLst>
            </p:cNvPr>
            <p:cNvSpPr/>
            <p:nvPr/>
          </p:nvSpPr>
          <p:spPr>
            <a:xfrm rot="16200000">
              <a:off x="8105983" y="4734188"/>
              <a:ext cx="919319" cy="1060579"/>
            </a:xfrm>
            <a:prstGeom prst="roundRect">
              <a:avLst>
                <a:gd name="adj" fmla="val 2559"/>
              </a:avLst>
            </a:prstGeom>
            <a:solidFill>
              <a:srgbClr val="F2F2F2">
                <a:alpha val="34118"/>
              </a:srgbClr>
            </a:solidFill>
            <a:ln w="28575">
              <a:solidFill>
                <a:schemeClr val="accent3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3" name="圆角矩形 104">
              <a:extLst>
                <a:ext uri="{FF2B5EF4-FFF2-40B4-BE49-F238E27FC236}">
                  <a16:creationId xmlns:a16="http://schemas.microsoft.com/office/drawing/2014/main" id="{88BCF41F-7407-4295-E4F1-43940395A011}"/>
                </a:ext>
              </a:extLst>
            </p:cNvPr>
            <p:cNvSpPr/>
            <p:nvPr/>
          </p:nvSpPr>
          <p:spPr>
            <a:xfrm rot="5400000" flipH="1">
              <a:off x="7846443" y="5112162"/>
              <a:ext cx="798701" cy="285599"/>
            </a:xfrm>
            <a:prstGeom prst="roundRect">
              <a:avLst>
                <a:gd name="adj" fmla="val 7576"/>
              </a:avLst>
            </a:prstGeom>
            <a:gradFill>
              <a:gsLst>
                <a:gs pos="0">
                  <a:srgbClr val="F3F3F3">
                    <a:alpha val="70000"/>
                  </a:srgbClr>
                </a:gs>
                <a:gs pos="54000">
                  <a:srgbClr val="E6E6E6">
                    <a:alpha val="70000"/>
                  </a:srgbClr>
                </a:gs>
                <a:gs pos="100000">
                  <a:srgbClr val="CBCBCB">
                    <a:alpha val="70000"/>
                  </a:srgbClr>
                </a:gs>
              </a:gsLst>
              <a:lin ang="5400000" scaled="1"/>
            </a:gradFill>
            <a:ln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 anchorCtr="0">
              <a:noAutofit/>
            </a:bodyPr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CBR</a:t>
              </a:r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4" name="圆角矩形 107">
              <a:extLst>
                <a:ext uri="{FF2B5EF4-FFF2-40B4-BE49-F238E27FC236}">
                  <a16:creationId xmlns:a16="http://schemas.microsoft.com/office/drawing/2014/main" id="{703FC856-3B60-02C8-E762-7D26B04117F5}"/>
                </a:ext>
              </a:extLst>
            </p:cNvPr>
            <p:cNvSpPr/>
            <p:nvPr/>
          </p:nvSpPr>
          <p:spPr>
            <a:xfrm rot="5400000" flipH="1">
              <a:off x="8171857" y="5112164"/>
              <a:ext cx="798701" cy="285599"/>
            </a:xfrm>
            <a:prstGeom prst="roundRect">
              <a:avLst>
                <a:gd name="adj" fmla="val 7576"/>
              </a:avLst>
            </a:prstGeom>
            <a:gradFill>
              <a:gsLst>
                <a:gs pos="0">
                  <a:srgbClr val="E5E9EF">
                    <a:alpha val="70000"/>
                  </a:srgbClr>
                </a:gs>
                <a:gs pos="50000">
                  <a:srgbClr val="CCD3DE">
                    <a:alpha val="70000"/>
                  </a:srgbClr>
                </a:gs>
                <a:gs pos="100000">
                  <a:srgbClr val="BDC7D5">
                    <a:alpha val="70000"/>
                  </a:srgbClr>
                </a:gs>
              </a:gsLst>
              <a:lin ang="5400000" scaled="1"/>
            </a:gradFill>
            <a:ln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 anchorCtr="0">
              <a:noAutofit/>
            </a:bodyPr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Conv</a:t>
              </a:r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5" name="圆角矩形 108">
              <a:extLst>
                <a:ext uri="{FF2B5EF4-FFF2-40B4-BE49-F238E27FC236}">
                  <a16:creationId xmlns:a16="http://schemas.microsoft.com/office/drawing/2014/main" id="{A0756556-7C51-3FAE-1DB4-A1A69D92595B}"/>
                </a:ext>
              </a:extLst>
            </p:cNvPr>
            <p:cNvSpPr/>
            <p:nvPr/>
          </p:nvSpPr>
          <p:spPr>
            <a:xfrm rot="5400000" flipH="1">
              <a:off x="8497271" y="5112163"/>
              <a:ext cx="798701" cy="285599"/>
            </a:xfrm>
            <a:prstGeom prst="roundRect">
              <a:avLst>
                <a:gd name="adj" fmla="val 7576"/>
              </a:avLst>
            </a:prstGeom>
            <a:gradFill>
              <a:gsLst>
                <a:gs pos="0">
                  <a:srgbClr val="EDEBEB"/>
                </a:gs>
                <a:gs pos="50000">
                  <a:srgbClr val="DFDDDD"/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ln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 anchorCtr="0">
              <a:noAutofit/>
            </a:bodyPr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BN</a:t>
              </a:r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06" name="文本框 305">
            <a:extLst>
              <a:ext uri="{FF2B5EF4-FFF2-40B4-BE49-F238E27FC236}">
                <a16:creationId xmlns:a16="http://schemas.microsoft.com/office/drawing/2014/main" id="{953D6183-93BA-9DF1-EB90-945776FBD1E3}"/>
              </a:ext>
            </a:extLst>
          </p:cNvPr>
          <p:cNvSpPr txBox="1"/>
          <p:nvPr/>
        </p:nvSpPr>
        <p:spPr>
          <a:xfrm>
            <a:off x="1908260" y="6319924"/>
            <a:ext cx="343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1400" baseline="-25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3</a:t>
            </a:r>
            <a:endParaRPr lang="zh-CN" altLang="en-US" sz="1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" name="文本框 306">
            <a:extLst>
              <a:ext uri="{FF2B5EF4-FFF2-40B4-BE49-F238E27FC236}">
                <a16:creationId xmlns:a16="http://schemas.microsoft.com/office/drawing/2014/main" id="{818C3CF6-66E7-6B6B-4443-63D123892164}"/>
              </a:ext>
            </a:extLst>
          </p:cNvPr>
          <p:cNvSpPr txBox="1"/>
          <p:nvPr/>
        </p:nvSpPr>
        <p:spPr>
          <a:xfrm>
            <a:off x="569219" y="6083082"/>
            <a:ext cx="1191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Saliency Map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8" name="圆角矩形 70">
            <a:extLst>
              <a:ext uri="{FF2B5EF4-FFF2-40B4-BE49-F238E27FC236}">
                <a16:creationId xmlns:a16="http://schemas.microsoft.com/office/drawing/2014/main" id="{CD327422-BC10-1C0D-113E-F3C7DF14A7B0}"/>
              </a:ext>
            </a:extLst>
          </p:cNvPr>
          <p:cNvSpPr/>
          <p:nvPr/>
        </p:nvSpPr>
        <p:spPr>
          <a:xfrm>
            <a:off x="796351" y="7333419"/>
            <a:ext cx="709200" cy="333060"/>
          </a:xfrm>
          <a:prstGeom prst="roundRect">
            <a:avLst>
              <a:gd name="adj" fmla="val 7576"/>
            </a:avLst>
          </a:prstGeom>
          <a:gradFill>
            <a:gsLst>
              <a:gs pos="0">
                <a:srgbClr val="E4F0DC">
                  <a:alpha val="70000"/>
                  <a:lumMod val="80000"/>
                  <a:lumOff val="20000"/>
                </a:srgbClr>
              </a:gs>
              <a:gs pos="50000">
                <a:srgbClr val="D0E5C1">
                  <a:alpha val="70000"/>
                  <a:lumMod val="80000"/>
                  <a:lumOff val="20000"/>
                </a:srgbClr>
              </a:gs>
              <a:gs pos="100000">
                <a:srgbClr val="C5DFB3">
                  <a:alpha val="69804"/>
                  <a:lumMod val="80000"/>
                  <a:lumOff val="20000"/>
                </a:srgbClr>
              </a:gs>
            </a:gsLst>
            <a:lin ang="540000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Down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9" name="流程图: 或者 308">
            <a:extLst>
              <a:ext uri="{FF2B5EF4-FFF2-40B4-BE49-F238E27FC236}">
                <a16:creationId xmlns:a16="http://schemas.microsoft.com/office/drawing/2014/main" id="{A03261E2-0974-AEB4-E7A9-6576CB70D86D}"/>
              </a:ext>
            </a:extLst>
          </p:cNvPr>
          <p:cNvSpPr/>
          <p:nvPr/>
        </p:nvSpPr>
        <p:spPr>
          <a:xfrm>
            <a:off x="1835669" y="6607696"/>
            <a:ext cx="180000" cy="180000"/>
          </a:xfrm>
          <a:prstGeom prst="flowChartOr">
            <a:avLst/>
          </a:prstGeom>
          <a:noFill/>
          <a:ln w="12700"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0" name="矩形 309">
                <a:extLst>
                  <a:ext uri="{FF2B5EF4-FFF2-40B4-BE49-F238E27FC236}">
                    <a16:creationId xmlns:a16="http://schemas.microsoft.com/office/drawing/2014/main" id="{F880F2E5-2CB0-C6F5-F48D-62B1E97962A6}"/>
                  </a:ext>
                </a:extLst>
              </p:cNvPr>
              <p:cNvSpPr/>
              <p:nvPr/>
            </p:nvSpPr>
            <p:spPr>
              <a:xfrm>
                <a:off x="6249858" y="8487821"/>
                <a:ext cx="977319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endChr m:val=""/>
                          <m:ctrlPr>
                            <a:rPr lang="zh-CN" altLang="en-US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CN" sz="1400" b="1" i="0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b</m:t>
                          </m:r>
                          <m:r>
                            <m:rPr>
                              <m:nor/>
                            </m:rPr>
                            <a:rPr lang="zh-CN" altLang="en-US" sz="1400" b="0" i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1400" b="1" i="0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CN" sz="1400" b="1" i="0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ISRM</m:t>
                          </m:r>
                        </m:e>
                      </m:d>
                    </m:oMath>
                  </m:oMathPara>
                </a14:m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0" name="矩形 309">
                <a:extLst>
                  <a:ext uri="{FF2B5EF4-FFF2-40B4-BE49-F238E27FC236}">
                    <a16:creationId xmlns:a16="http://schemas.microsoft.com/office/drawing/2014/main" id="{F880F2E5-2CB0-C6F5-F48D-62B1E97962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9858" y="8487821"/>
                <a:ext cx="977319" cy="307777"/>
              </a:xfrm>
              <a:prstGeom prst="rect">
                <a:avLst/>
              </a:prstGeom>
              <a:blipFill>
                <a:blip r:embed="rId8"/>
                <a:stretch>
                  <a:fillRect l="-20497" t="-100000" b="-158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1" name="直接箭头连接符 310"/>
          <p:cNvCxnSpPr>
            <a:stCxn id="268" idx="0"/>
            <a:endCxn id="269" idx="2"/>
          </p:cNvCxnSpPr>
          <p:nvPr/>
        </p:nvCxnSpPr>
        <p:spPr>
          <a:xfrm flipV="1">
            <a:off x="3787288" y="7407189"/>
            <a:ext cx="205164" cy="1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8" name="圆角矩形 104">
            <a:extLst>
              <a:ext uri="{FF2B5EF4-FFF2-40B4-BE49-F238E27FC236}">
                <a16:creationId xmlns:a16="http://schemas.microsoft.com/office/drawing/2014/main" id="{88BCF41F-7407-4295-E4F1-43940395A011}"/>
              </a:ext>
            </a:extLst>
          </p:cNvPr>
          <p:cNvSpPr/>
          <p:nvPr/>
        </p:nvSpPr>
        <p:spPr>
          <a:xfrm flipH="1">
            <a:off x="7551289" y="9655502"/>
            <a:ext cx="623670" cy="288000"/>
          </a:xfrm>
          <a:prstGeom prst="roundRect">
            <a:avLst>
              <a:gd name="adj" fmla="val 10883"/>
            </a:avLst>
          </a:prstGeom>
          <a:gradFill>
            <a:gsLst>
              <a:gs pos="0">
                <a:srgbClr val="F3F3F3">
                  <a:alpha val="70000"/>
                </a:srgbClr>
              </a:gs>
              <a:gs pos="54000">
                <a:srgbClr val="E6E6E6">
                  <a:alpha val="70000"/>
                </a:srgbClr>
              </a:gs>
              <a:gs pos="100000">
                <a:srgbClr val="CBCBCB">
                  <a:alpha val="70000"/>
                </a:srgbClr>
              </a:gs>
            </a:gsLst>
            <a:lin ang="5400000" scaled="1"/>
          </a:gradFill>
          <a:ln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0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CBR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9" name="圆角矩形 88">
            <a:extLst>
              <a:ext uri="{FF2B5EF4-FFF2-40B4-BE49-F238E27FC236}">
                <a16:creationId xmlns:a16="http://schemas.microsoft.com/office/drawing/2014/main" id="{F15B5E56-47F2-65CE-C7D8-4ADEFCA86859}"/>
              </a:ext>
            </a:extLst>
          </p:cNvPr>
          <p:cNvSpPr/>
          <p:nvPr/>
        </p:nvSpPr>
        <p:spPr>
          <a:xfrm>
            <a:off x="7555122" y="9080995"/>
            <a:ext cx="614706" cy="288000"/>
          </a:xfrm>
          <a:prstGeom prst="roundRect">
            <a:avLst>
              <a:gd name="adj" fmla="val 14191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DWT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1" name="文本框 370"/>
          <p:cNvSpPr txBox="1"/>
          <p:nvPr/>
        </p:nvSpPr>
        <p:spPr>
          <a:xfrm>
            <a:off x="8152152" y="8932970"/>
            <a:ext cx="1508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Discrete Wavelet </a:t>
            </a:r>
            <a:endParaRPr lang="en-US" altLang="zh-CN" sz="1400" dirty="0" smtClean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400" dirty="0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Transformation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4" name="文本框 373"/>
          <p:cNvSpPr txBox="1"/>
          <p:nvPr/>
        </p:nvSpPr>
        <p:spPr>
          <a:xfrm>
            <a:off x="8218030" y="9590866"/>
            <a:ext cx="13821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Conv-BN-</a:t>
            </a:r>
            <a:r>
              <a:rPr lang="en-US" altLang="zh-CN" sz="1400" dirty="0" err="1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ReLU</a:t>
            </a:r>
            <a:endParaRPr lang="en-US" altLang="zh-CN" sz="1400" dirty="0" smtClean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400" dirty="0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Block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" name="文本框 378">
            <a:extLst>
              <a:ext uri="{FF2B5EF4-FFF2-40B4-BE49-F238E27FC236}">
                <a16:creationId xmlns:a16="http://schemas.microsoft.com/office/drawing/2014/main" id="{AB34A773-14BD-ABAF-8CDC-212205A68559}"/>
              </a:ext>
            </a:extLst>
          </p:cNvPr>
          <p:cNvSpPr txBox="1"/>
          <p:nvPr/>
        </p:nvSpPr>
        <p:spPr>
          <a:xfrm>
            <a:off x="8032392" y="6714094"/>
            <a:ext cx="841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H W C/2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0" name="圆角矩形 104">
            <a:extLst>
              <a:ext uri="{FF2B5EF4-FFF2-40B4-BE49-F238E27FC236}">
                <a16:creationId xmlns:a16="http://schemas.microsoft.com/office/drawing/2014/main" id="{413C3C0E-77C2-FE65-C23D-61B4153A368A}"/>
              </a:ext>
            </a:extLst>
          </p:cNvPr>
          <p:cNvSpPr/>
          <p:nvPr/>
        </p:nvSpPr>
        <p:spPr>
          <a:xfrm>
            <a:off x="8812022" y="6846377"/>
            <a:ext cx="1152000" cy="504000"/>
          </a:xfrm>
          <a:prstGeom prst="roundRect">
            <a:avLst>
              <a:gd name="adj" fmla="val 7576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Bi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1400" dirty="0" smtClean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ConvLSTM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1" name="圆角矩形 105">
            <a:extLst>
              <a:ext uri="{FF2B5EF4-FFF2-40B4-BE49-F238E27FC236}">
                <a16:creationId xmlns:a16="http://schemas.microsoft.com/office/drawing/2014/main" id="{3634C704-6434-3E99-8C0B-597D435C3CD8}"/>
              </a:ext>
            </a:extLst>
          </p:cNvPr>
          <p:cNvSpPr/>
          <p:nvPr/>
        </p:nvSpPr>
        <p:spPr>
          <a:xfrm>
            <a:off x="8812022" y="7637442"/>
            <a:ext cx="1152000" cy="504000"/>
          </a:xfrm>
          <a:prstGeom prst="roundRect">
            <a:avLst>
              <a:gd name="adj" fmla="val 7576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Temporal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Mamba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2" name="圆角矩形 106">
            <a:extLst>
              <a:ext uri="{FF2B5EF4-FFF2-40B4-BE49-F238E27FC236}">
                <a16:creationId xmlns:a16="http://schemas.microsoft.com/office/drawing/2014/main" id="{1664B6DF-0B71-B282-89D1-B2691F962ADC}"/>
              </a:ext>
            </a:extLst>
          </p:cNvPr>
          <p:cNvSpPr/>
          <p:nvPr/>
        </p:nvSpPr>
        <p:spPr>
          <a:xfrm>
            <a:off x="8018023" y="6167135"/>
            <a:ext cx="1152000" cy="504000"/>
          </a:xfrm>
          <a:prstGeom prst="roundRect">
            <a:avLst>
              <a:gd name="adj" fmla="val 757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Channel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Attention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3" name="圆角矩形 107">
            <a:extLst>
              <a:ext uri="{FF2B5EF4-FFF2-40B4-BE49-F238E27FC236}">
                <a16:creationId xmlns:a16="http://schemas.microsoft.com/office/drawing/2014/main" id="{600BDD39-F6E9-6FF2-D11C-AE5523C67F3E}"/>
              </a:ext>
            </a:extLst>
          </p:cNvPr>
          <p:cNvSpPr/>
          <p:nvPr/>
        </p:nvSpPr>
        <p:spPr>
          <a:xfrm>
            <a:off x="9439877" y="6167135"/>
            <a:ext cx="1152000" cy="504000"/>
          </a:xfrm>
          <a:prstGeom prst="roundRect">
            <a:avLst>
              <a:gd name="adj" fmla="val 757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Spatial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Attention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8" name="椭圆 387">
            <a:extLst>
              <a:ext uri="{FF2B5EF4-FFF2-40B4-BE49-F238E27FC236}">
                <a16:creationId xmlns:a16="http://schemas.microsoft.com/office/drawing/2014/main" id="{75090FB3-6450-CBC6-A34F-742A66B9CD81}"/>
              </a:ext>
            </a:extLst>
          </p:cNvPr>
          <p:cNvSpPr/>
          <p:nvPr/>
        </p:nvSpPr>
        <p:spPr>
          <a:xfrm rot="5400000">
            <a:off x="10255070" y="7320616"/>
            <a:ext cx="286446" cy="288001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" name="文本框 388">
            <a:extLst>
              <a:ext uri="{FF2B5EF4-FFF2-40B4-BE49-F238E27FC236}">
                <a16:creationId xmlns:a16="http://schemas.microsoft.com/office/drawing/2014/main" id="{2617F5B6-DFD6-C3AC-A277-AAE05B14506B}"/>
              </a:ext>
            </a:extLst>
          </p:cNvPr>
          <p:cNvSpPr txBox="1"/>
          <p:nvPr/>
        </p:nvSpPr>
        <p:spPr>
          <a:xfrm>
            <a:off x="10255611" y="7322377"/>
            <a:ext cx="314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0" name="肘形连接符 112">
            <a:extLst>
              <a:ext uri="{FF2B5EF4-FFF2-40B4-BE49-F238E27FC236}">
                <a16:creationId xmlns:a16="http://schemas.microsoft.com/office/drawing/2014/main" id="{A7CE1A26-0709-EAC2-103B-EBEA6D9CAAD8}"/>
              </a:ext>
            </a:extLst>
          </p:cNvPr>
          <p:cNvCxnSpPr>
            <a:cxnSpLocks/>
            <a:stCxn id="403" idx="0"/>
          </p:cNvCxnSpPr>
          <p:nvPr/>
        </p:nvCxnSpPr>
        <p:spPr>
          <a:xfrm flipV="1">
            <a:off x="7970326" y="7071146"/>
            <a:ext cx="367541" cy="387378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1" name="肘形连接符 113">
            <a:extLst>
              <a:ext uri="{FF2B5EF4-FFF2-40B4-BE49-F238E27FC236}">
                <a16:creationId xmlns:a16="http://schemas.microsoft.com/office/drawing/2014/main" id="{88949DFB-A422-C51E-3C34-A13A9A69D03F}"/>
              </a:ext>
            </a:extLst>
          </p:cNvPr>
          <p:cNvCxnSpPr>
            <a:cxnSpLocks/>
            <a:stCxn id="403" idx="0"/>
          </p:cNvCxnSpPr>
          <p:nvPr/>
        </p:nvCxnSpPr>
        <p:spPr>
          <a:xfrm>
            <a:off x="7970326" y="7458524"/>
            <a:ext cx="367541" cy="396000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3" name="肘形连接符 115">
            <a:extLst>
              <a:ext uri="{FF2B5EF4-FFF2-40B4-BE49-F238E27FC236}">
                <a16:creationId xmlns:a16="http://schemas.microsoft.com/office/drawing/2014/main" id="{19F714FB-8CC8-E357-5045-BABD4E42B65B}"/>
              </a:ext>
            </a:extLst>
          </p:cNvPr>
          <p:cNvCxnSpPr>
            <a:cxnSpLocks/>
            <a:stCxn id="380" idx="3"/>
            <a:endCxn id="389" idx="0"/>
          </p:cNvCxnSpPr>
          <p:nvPr/>
        </p:nvCxnSpPr>
        <p:spPr>
          <a:xfrm>
            <a:off x="9964022" y="7098377"/>
            <a:ext cx="448844" cy="224000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4" name="肘形连接符 116">
            <a:extLst>
              <a:ext uri="{FF2B5EF4-FFF2-40B4-BE49-F238E27FC236}">
                <a16:creationId xmlns:a16="http://schemas.microsoft.com/office/drawing/2014/main" id="{ECC4D4CB-1D5A-44A0-AAFB-D64B8574952C}"/>
              </a:ext>
            </a:extLst>
          </p:cNvPr>
          <p:cNvCxnSpPr>
            <a:cxnSpLocks/>
            <a:stCxn id="381" idx="3"/>
            <a:endCxn id="389" idx="2"/>
          </p:cNvCxnSpPr>
          <p:nvPr/>
        </p:nvCxnSpPr>
        <p:spPr>
          <a:xfrm flipV="1">
            <a:off x="9964022" y="7630154"/>
            <a:ext cx="448844" cy="259288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5" name="流程图: 汇总连接 394">
            <a:extLst>
              <a:ext uri="{FF2B5EF4-FFF2-40B4-BE49-F238E27FC236}">
                <a16:creationId xmlns:a16="http://schemas.microsoft.com/office/drawing/2014/main" id="{0F4D02ED-5D88-960D-6D6E-9EE76938185E}"/>
              </a:ext>
            </a:extLst>
          </p:cNvPr>
          <p:cNvSpPr/>
          <p:nvPr/>
        </p:nvSpPr>
        <p:spPr>
          <a:xfrm>
            <a:off x="10712220" y="7377217"/>
            <a:ext cx="180000" cy="180000"/>
          </a:xfrm>
          <a:prstGeom prst="flowChartSummingJunction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6" name="立方体 395">
            <a:extLst>
              <a:ext uri="{FF2B5EF4-FFF2-40B4-BE49-F238E27FC236}">
                <a16:creationId xmlns:a16="http://schemas.microsoft.com/office/drawing/2014/main" id="{14B1F3F0-38DC-D5CA-FDDE-E27CBF213AF9}"/>
              </a:ext>
            </a:extLst>
          </p:cNvPr>
          <p:cNvSpPr/>
          <p:nvPr/>
        </p:nvSpPr>
        <p:spPr>
          <a:xfrm rot="10800000" flipH="1" flipV="1">
            <a:off x="11097829" y="7293036"/>
            <a:ext cx="335839" cy="336550"/>
          </a:xfrm>
          <a:prstGeom prst="cube">
            <a:avLst>
              <a:gd name="adj" fmla="val 37982"/>
            </a:avLst>
          </a:prstGeom>
          <a:solidFill>
            <a:srgbClr val="84B4E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7" name="直接箭头连接符 396">
            <a:extLst>
              <a:ext uri="{FF2B5EF4-FFF2-40B4-BE49-F238E27FC236}">
                <a16:creationId xmlns:a16="http://schemas.microsoft.com/office/drawing/2014/main" id="{F951690C-285A-76F3-1623-7463C1E56B90}"/>
              </a:ext>
            </a:extLst>
          </p:cNvPr>
          <p:cNvCxnSpPr>
            <a:cxnSpLocks/>
            <a:stCxn id="389" idx="3"/>
            <a:endCxn id="395" idx="2"/>
          </p:cNvCxnSpPr>
          <p:nvPr/>
        </p:nvCxnSpPr>
        <p:spPr>
          <a:xfrm flipV="1">
            <a:off x="10570121" y="7467217"/>
            <a:ext cx="142099" cy="904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9" name="直接箭头连接符 398">
            <a:extLst>
              <a:ext uri="{FF2B5EF4-FFF2-40B4-BE49-F238E27FC236}">
                <a16:creationId xmlns:a16="http://schemas.microsoft.com/office/drawing/2014/main" id="{71B6D17D-F7C1-590A-AB39-646EA7FE929A}"/>
              </a:ext>
            </a:extLst>
          </p:cNvPr>
          <p:cNvCxnSpPr>
            <a:cxnSpLocks/>
            <a:stCxn id="382" idx="3"/>
            <a:endCxn id="383" idx="1"/>
          </p:cNvCxnSpPr>
          <p:nvPr/>
        </p:nvCxnSpPr>
        <p:spPr>
          <a:xfrm>
            <a:off x="9170023" y="6419135"/>
            <a:ext cx="26985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0" name="直接箭头连接符 399">
            <a:extLst>
              <a:ext uri="{FF2B5EF4-FFF2-40B4-BE49-F238E27FC236}">
                <a16:creationId xmlns:a16="http://schemas.microsoft.com/office/drawing/2014/main" id="{5E180421-AAC9-E157-F809-9F7456369944}"/>
              </a:ext>
            </a:extLst>
          </p:cNvPr>
          <p:cNvCxnSpPr>
            <a:cxnSpLocks/>
          </p:cNvCxnSpPr>
          <p:nvPr/>
        </p:nvCxnSpPr>
        <p:spPr>
          <a:xfrm rot="16200000" flipH="1">
            <a:off x="8707186" y="6984977"/>
            <a:ext cx="0" cy="2268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1" name="直接箭头连接符 400">
            <a:extLst>
              <a:ext uri="{FF2B5EF4-FFF2-40B4-BE49-F238E27FC236}">
                <a16:creationId xmlns:a16="http://schemas.microsoft.com/office/drawing/2014/main" id="{B7DF10B0-29AC-8B78-5B09-5110EBF7D135}"/>
              </a:ext>
            </a:extLst>
          </p:cNvPr>
          <p:cNvCxnSpPr>
            <a:cxnSpLocks/>
            <a:endCxn id="381" idx="1"/>
          </p:cNvCxnSpPr>
          <p:nvPr/>
        </p:nvCxnSpPr>
        <p:spPr>
          <a:xfrm rot="16200000">
            <a:off x="8698164" y="7778819"/>
            <a:ext cx="0" cy="22771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2" name="直接箭头连接符 401">
            <a:extLst>
              <a:ext uri="{FF2B5EF4-FFF2-40B4-BE49-F238E27FC236}">
                <a16:creationId xmlns:a16="http://schemas.microsoft.com/office/drawing/2014/main" id="{D943B8F0-3EE9-83B4-61C1-74E742CFA08D}"/>
              </a:ext>
            </a:extLst>
          </p:cNvPr>
          <p:cNvCxnSpPr>
            <a:cxnSpLocks/>
            <a:stCxn id="395" idx="6"/>
          </p:cNvCxnSpPr>
          <p:nvPr/>
        </p:nvCxnSpPr>
        <p:spPr>
          <a:xfrm>
            <a:off x="10892220" y="7467212"/>
            <a:ext cx="18000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3" name="圆角矩形 128">
            <a:extLst>
              <a:ext uri="{FF2B5EF4-FFF2-40B4-BE49-F238E27FC236}">
                <a16:creationId xmlns:a16="http://schemas.microsoft.com/office/drawing/2014/main" id="{9387B069-E33F-1F63-951E-94518985A235}"/>
              </a:ext>
            </a:extLst>
          </p:cNvPr>
          <p:cNvSpPr/>
          <p:nvPr/>
        </p:nvSpPr>
        <p:spPr>
          <a:xfrm rot="16200000" flipH="1" flipV="1">
            <a:off x="7593078" y="7314524"/>
            <a:ext cx="466496" cy="288000"/>
          </a:xfrm>
          <a:prstGeom prst="roundRect">
            <a:avLst>
              <a:gd name="adj" fmla="val 10052"/>
            </a:avLst>
          </a:prstGeom>
          <a:gradFill>
            <a:gsLst>
              <a:gs pos="0">
                <a:srgbClr val="EDEBEB"/>
              </a:gs>
              <a:gs pos="50000">
                <a:srgbClr val="DFDDDD"/>
              </a:gs>
              <a:gs pos="100000">
                <a:schemeClr val="bg2">
                  <a:lumMod val="90000"/>
                </a:schemeClr>
              </a:gs>
            </a:gsLst>
            <a:lin ang="5400000" scaled="1"/>
          </a:gradFill>
          <a:ln w="12700">
            <a:solidFill>
              <a:schemeClr val="tx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LN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5" name="矩形 404">
                <a:extLst>
                  <a:ext uri="{FF2B5EF4-FFF2-40B4-BE49-F238E27FC236}">
                    <a16:creationId xmlns:a16="http://schemas.microsoft.com/office/drawing/2014/main" id="{D35B6F33-033C-1BEA-06DE-AB4F387819C8}"/>
                  </a:ext>
                </a:extLst>
              </p:cNvPr>
              <p:cNvSpPr/>
              <p:nvPr/>
            </p:nvSpPr>
            <p:spPr>
              <a:xfrm>
                <a:off x="10730956" y="8487999"/>
                <a:ext cx="102701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endChr m:val=""/>
                          <m:ctrlPr>
                            <a:rPr lang="zh-CN" altLang="en-US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CN" sz="1400" b="1" i="0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  <m:r>
                            <m:rPr>
                              <m:nor/>
                            </m:rPr>
                            <a:rPr lang="zh-CN" altLang="en-US" sz="1400" b="0" i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1400" b="1" i="0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CN" sz="1400" b="1" i="0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HTFM</m:t>
                          </m:r>
                        </m:e>
                      </m:d>
                    </m:oMath>
                  </m:oMathPara>
                </a14:m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05" name="矩形 404">
                <a:extLst>
                  <a:ext uri="{FF2B5EF4-FFF2-40B4-BE49-F238E27FC236}">
                    <a16:creationId xmlns:a16="http://schemas.microsoft.com/office/drawing/2014/main" id="{D35B6F33-033C-1BEA-06DE-AB4F387819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0956" y="8487999"/>
                <a:ext cx="1027012" cy="307777"/>
              </a:xfrm>
              <a:prstGeom prst="rect">
                <a:avLst/>
              </a:prstGeom>
              <a:blipFill>
                <a:blip r:embed="rId9"/>
                <a:stretch>
                  <a:fillRect l="-19527" t="-100000" b="-158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7" name="矩形 406">
                <a:extLst>
                  <a:ext uri="{FF2B5EF4-FFF2-40B4-BE49-F238E27FC236}">
                    <a16:creationId xmlns:a16="http://schemas.microsoft.com/office/drawing/2014/main" id="{30F54713-6A7D-0EA5-47AD-2213C0AE43A7}"/>
                  </a:ext>
                </a:extLst>
              </p:cNvPr>
              <p:cNvSpPr/>
              <p:nvPr/>
            </p:nvSpPr>
            <p:spPr>
              <a:xfrm>
                <a:off x="10626431" y="5630626"/>
                <a:ext cx="121616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endChr m:val=""/>
                          <m:ctrlPr>
                            <a:rPr lang="zh-CN" altLang="en-US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CN" sz="1400" b="1" i="0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zh-CN" altLang="en-US" sz="14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1400" b="1" i="0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CN" sz="1400" b="1" i="0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STFENet</m:t>
                          </m:r>
                        </m:e>
                      </m:d>
                    </m:oMath>
                  </m:oMathPara>
                </a14:m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7" name="矩形 406">
                <a:extLst>
                  <a:ext uri="{FF2B5EF4-FFF2-40B4-BE49-F238E27FC236}">
                    <a16:creationId xmlns:a16="http://schemas.microsoft.com/office/drawing/2014/main" id="{30F54713-6A7D-0EA5-47AD-2213C0AE43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6431" y="5630626"/>
                <a:ext cx="1216167" cy="307777"/>
              </a:xfrm>
              <a:prstGeom prst="rect">
                <a:avLst/>
              </a:prstGeom>
              <a:blipFill>
                <a:blip r:embed="rId10"/>
                <a:stretch>
                  <a:fillRect l="-16500" t="-102000" b="-16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1" name="矩形 210">
                <a:extLst>
                  <a:ext uri="{FF2B5EF4-FFF2-40B4-BE49-F238E27FC236}">
                    <a16:creationId xmlns:a16="http://schemas.microsoft.com/office/drawing/2014/main" id="{92658F1B-5E2D-CF16-E12D-A2D9A475DF0B}"/>
                  </a:ext>
                </a:extLst>
              </p:cNvPr>
              <p:cNvSpPr/>
              <p:nvPr/>
            </p:nvSpPr>
            <p:spPr>
              <a:xfrm>
                <a:off x="6669590" y="5241139"/>
                <a:ext cx="653192" cy="3281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40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  <m:r>
                            <m:rPr>
                              <m:sty m:val="p"/>
                            </m:r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dge</m:t>
                          </m:r>
                        </m:sub>
                      </m:sSub>
                    </m:oMath>
                  </m:oMathPara>
                </a14:m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1" name="矩形 210">
                <a:extLst>
                  <a:ext uri="{FF2B5EF4-FFF2-40B4-BE49-F238E27FC236}">
                    <a16:creationId xmlns:a16="http://schemas.microsoft.com/office/drawing/2014/main" id="{92658F1B-5E2D-CF16-E12D-A2D9A475DF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9590" y="5241139"/>
                <a:ext cx="653192" cy="328103"/>
              </a:xfrm>
              <a:prstGeom prst="rect">
                <a:avLst/>
              </a:prstGeom>
              <a:blipFill>
                <a:blip r:embed="rId11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5" name="圆角矩形 130">
            <a:extLst>
              <a:ext uri="{FF2B5EF4-FFF2-40B4-BE49-F238E27FC236}">
                <a16:creationId xmlns:a16="http://schemas.microsoft.com/office/drawing/2014/main" id="{FF298869-F488-A6A9-DDA2-944FB8E6BAFE}"/>
              </a:ext>
            </a:extLst>
          </p:cNvPr>
          <p:cNvSpPr/>
          <p:nvPr/>
        </p:nvSpPr>
        <p:spPr>
          <a:xfrm rot="5400000">
            <a:off x="1654791" y="3723500"/>
            <a:ext cx="1080000" cy="504000"/>
          </a:xfrm>
          <a:prstGeom prst="roundRect">
            <a:avLst>
              <a:gd name="adj" fmla="val 7576"/>
            </a:avLst>
          </a:prstGeom>
          <a:gradFill>
            <a:gsLst>
              <a:gs pos="0">
                <a:srgbClr val="E5F7F6">
                  <a:alpha val="70000"/>
                </a:srgbClr>
              </a:gs>
              <a:gs pos="54000">
                <a:srgbClr val="C9EFEC">
                  <a:alpha val="70000"/>
                </a:srgbClr>
              </a:gs>
              <a:gs pos="100000">
                <a:srgbClr val="ABE7E3">
                  <a:alpha val="70000"/>
                </a:srgbClr>
              </a:gs>
            </a:gsLst>
            <a:lin ang="540000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Patch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Embedding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接箭头连接符 16"/>
          <p:cNvCxnSpPr>
            <a:stCxn id="215" idx="0"/>
            <a:endCxn id="8" idx="2"/>
          </p:cNvCxnSpPr>
          <p:nvPr/>
        </p:nvCxnSpPr>
        <p:spPr>
          <a:xfrm>
            <a:off x="2446791" y="3975500"/>
            <a:ext cx="454250" cy="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5" name="组合 84"/>
          <p:cNvGrpSpPr/>
          <p:nvPr/>
        </p:nvGrpSpPr>
        <p:grpSpPr>
          <a:xfrm>
            <a:off x="8167102" y="3322800"/>
            <a:ext cx="432000" cy="1307177"/>
            <a:chOff x="7659102" y="4402799"/>
            <a:chExt cx="432000" cy="1307177"/>
          </a:xfrm>
        </p:grpSpPr>
        <p:sp>
          <p:nvSpPr>
            <p:cNvPr id="219" name="圆角矩形 108">
              <a:extLst>
                <a:ext uri="{FF2B5EF4-FFF2-40B4-BE49-F238E27FC236}">
                  <a16:creationId xmlns:a16="http://schemas.microsoft.com/office/drawing/2014/main" id="{E0EF878E-DCBF-C182-3742-96DB85BE4C57}"/>
                </a:ext>
              </a:extLst>
            </p:cNvPr>
            <p:cNvSpPr/>
            <p:nvPr/>
          </p:nvSpPr>
          <p:spPr>
            <a:xfrm rot="5400000" flipH="1">
              <a:off x="7221513" y="4840388"/>
              <a:ext cx="1307177" cy="432000"/>
            </a:xfrm>
            <a:prstGeom prst="roundRect">
              <a:avLst>
                <a:gd name="adj" fmla="val 7576"/>
              </a:avLst>
            </a:prstGeom>
            <a:gradFill>
              <a:gsLst>
                <a:gs pos="0">
                  <a:srgbClr val="E5E9EF">
                    <a:alpha val="70000"/>
                  </a:srgbClr>
                </a:gs>
                <a:gs pos="50000">
                  <a:srgbClr val="CCD3DE">
                    <a:alpha val="70000"/>
                  </a:srgbClr>
                </a:gs>
                <a:gs pos="100000">
                  <a:srgbClr val="BDC7D5">
                    <a:alpha val="70000"/>
                  </a:srgbClr>
                </a:gs>
              </a:gsLst>
              <a:lin ang="5400000" scaled="1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Segmentation Head</a:t>
              </a:r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2" name="流程图: 或者 221">
              <a:extLst>
                <a:ext uri="{FF2B5EF4-FFF2-40B4-BE49-F238E27FC236}">
                  <a16:creationId xmlns:a16="http://schemas.microsoft.com/office/drawing/2014/main" id="{FC59630F-9677-4FD7-7EB5-CAD03337C289}"/>
                </a:ext>
              </a:extLst>
            </p:cNvPr>
            <p:cNvSpPr/>
            <p:nvPr/>
          </p:nvSpPr>
          <p:spPr>
            <a:xfrm>
              <a:off x="7905066" y="4402800"/>
              <a:ext cx="180000" cy="180000"/>
            </a:xfrm>
            <a:prstGeom prst="flowChartOr">
              <a:avLst/>
            </a:prstGeom>
            <a:noFill/>
            <a:ln w="12700"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3" name="流程图: 或者 222">
              <a:extLst>
                <a:ext uri="{FF2B5EF4-FFF2-40B4-BE49-F238E27FC236}">
                  <a16:creationId xmlns:a16="http://schemas.microsoft.com/office/drawing/2014/main" id="{FC59630F-9677-4FD7-7EB5-CAD03337C289}"/>
                </a:ext>
              </a:extLst>
            </p:cNvPr>
            <p:cNvSpPr/>
            <p:nvPr/>
          </p:nvSpPr>
          <p:spPr>
            <a:xfrm>
              <a:off x="7905600" y="5510980"/>
              <a:ext cx="180000" cy="180000"/>
            </a:xfrm>
            <a:prstGeom prst="flowChartOr">
              <a:avLst/>
            </a:prstGeom>
            <a:noFill/>
            <a:ln w="12700"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21" name="直接箭头连接符 220"/>
          <p:cNvCxnSpPr>
            <a:endCxn id="224" idx="0"/>
          </p:cNvCxnSpPr>
          <p:nvPr/>
        </p:nvCxnSpPr>
        <p:spPr>
          <a:xfrm flipH="1">
            <a:off x="5303073" y="4528303"/>
            <a:ext cx="0" cy="205279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圆角矩形 134">
            <a:extLst>
              <a:ext uri="{FF2B5EF4-FFF2-40B4-BE49-F238E27FC236}">
                <a16:creationId xmlns:a16="http://schemas.microsoft.com/office/drawing/2014/main" id="{330A20D0-2E45-642C-A799-D557AFBFC215}"/>
              </a:ext>
            </a:extLst>
          </p:cNvPr>
          <p:cNvSpPr/>
          <p:nvPr/>
        </p:nvSpPr>
        <p:spPr>
          <a:xfrm>
            <a:off x="4943073" y="4733582"/>
            <a:ext cx="720000" cy="309685"/>
          </a:xfrm>
          <a:prstGeom prst="roundRect">
            <a:avLst>
              <a:gd name="adj" fmla="val 757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ISRM</a:t>
            </a:r>
          </a:p>
        </p:txBody>
      </p:sp>
      <p:sp>
        <p:nvSpPr>
          <p:cNvPr id="225" name="圆角矩形 137">
            <a:extLst>
              <a:ext uri="{FF2B5EF4-FFF2-40B4-BE49-F238E27FC236}">
                <a16:creationId xmlns:a16="http://schemas.microsoft.com/office/drawing/2014/main" id="{F8DFFC64-9236-BC69-B238-955E4E4527E3}"/>
              </a:ext>
            </a:extLst>
          </p:cNvPr>
          <p:cNvSpPr/>
          <p:nvPr/>
        </p:nvSpPr>
        <p:spPr>
          <a:xfrm>
            <a:off x="5696436" y="4733624"/>
            <a:ext cx="720000" cy="309600"/>
          </a:xfrm>
          <a:prstGeom prst="roundRect">
            <a:avLst>
              <a:gd name="adj" fmla="val 7576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HTFM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直接箭头连接符 19"/>
          <p:cNvCxnSpPr>
            <a:stCxn id="264" idx="3"/>
            <a:endCxn id="265" idx="2"/>
          </p:cNvCxnSpPr>
          <p:nvPr/>
        </p:nvCxnSpPr>
        <p:spPr>
          <a:xfrm>
            <a:off x="1528667" y="8070321"/>
            <a:ext cx="287313" cy="23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流程图: 或者 231">
            <a:extLst>
              <a:ext uri="{FF2B5EF4-FFF2-40B4-BE49-F238E27FC236}">
                <a16:creationId xmlns:a16="http://schemas.microsoft.com/office/drawing/2014/main" id="{86A92C7C-8CAE-AD5F-6C57-3CE100A1A7AC}"/>
              </a:ext>
            </a:extLst>
          </p:cNvPr>
          <p:cNvSpPr/>
          <p:nvPr/>
        </p:nvSpPr>
        <p:spPr>
          <a:xfrm>
            <a:off x="7384202" y="7463363"/>
            <a:ext cx="180000" cy="180000"/>
          </a:xfrm>
          <a:prstGeom prst="flowChartOr">
            <a:avLst/>
          </a:prstGeom>
          <a:noFill/>
          <a:ln w="12700"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肘形连接符 30"/>
          <p:cNvCxnSpPr>
            <a:stCxn id="232" idx="0"/>
            <a:endCxn id="382" idx="1"/>
          </p:cNvCxnSpPr>
          <p:nvPr/>
        </p:nvCxnSpPr>
        <p:spPr>
          <a:xfrm rot="5400000" flipH="1" flipV="1">
            <a:off x="7223998" y="6669339"/>
            <a:ext cx="1044228" cy="543821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肘形连接符 33"/>
          <p:cNvCxnSpPr>
            <a:stCxn id="383" idx="3"/>
            <a:endCxn id="395" idx="0"/>
          </p:cNvCxnSpPr>
          <p:nvPr/>
        </p:nvCxnSpPr>
        <p:spPr>
          <a:xfrm>
            <a:off x="10591877" y="6419135"/>
            <a:ext cx="210343" cy="958082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立方体 256">
            <a:extLst>
              <a:ext uri="{FF2B5EF4-FFF2-40B4-BE49-F238E27FC236}">
                <a16:creationId xmlns:a16="http://schemas.microsoft.com/office/drawing/2014/main" id="{48B3B43D-FFCA-2899-9071-BC30C2527B2A}"/>
              </a:ext>
            </a:extLst>
          </p:cNvPr>
          <p:cNvSpPr/>
          <p:nvPr/>
        </p:nvSpPr>
        <p:spPr>
          <a:xfrm rot="10800000" flipH="1" flipV="1">
            <a:off x="8337867" y="6972297"/>
            <a:ext cx="246440" cy="252158"/>
          </a:xfrm>
          <a:prstGeom prst="cube">
            <a:avLst>
              <a:gd name="adj" fmla="val 22099"/>
            </a:avLst>
          </a:prstGeom>
          <a:solidFill>
            <a:srgbClr val="84B4E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8" name="立方体 257">
            <a:extLst>
              <a:ext uri="{FF2B5EF4-FFF2-40B4-BE49-F238E27FC236}">
                <a16:creationId xmlns:a16="http://schemas.microsoft.com/office/drawing/2014/main" id="{700FD591-A876-42DE-7835-66C98BF929A5}"/>
              </a:ext>
            </a:extLst>
          </p:cNvPr>
          <p:cNvSpPr/>
          <p:nvPr/>
        </p:nvSpPr>
        <p:spPr>
          <a:xfrm rot="10800000" flipH="1" flipV="1">
            <a:off x="8337867" y="7739367"/>
            <a:ext cx="246440" cy="252158"/>
          </a:xfrm>
          <a:prstGeom prst="cube">
            <a:avLst>
              <a:gd name="adj" fmla="val 22099"/>
            </a:avLst>
          </a:prstGeom>
          <a:solidFill>
            <a:srgbClr val="84B4E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2" name="直接箭头连接符 81"/>
          <p:cNvCxnSpPr>
            <a:stCxn id="223" idx="6"/>
            <a:endCxn id="532" idx="1"/>
          </p:cNvCxnSpPr>
          <p:nvPr/>
        </p:nvCxnSpPr>
        <p:spPr>
          <a:xfrm flipV="1">
            <a:off x="8593600" y="4520760"/>
            <a:ext cx="231100" cy="221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>
            <a:stCxn id="222" idx="6"/>
            <a:endCxn id="116" idx="1"/>
          </p:cNvCxnSpPr>
          <p:nvPr/>
        </p:nvCxnSpPr>
        <p:spPr>
          <a:xfrm>
            <a:off x="8593066" y="3412801"/>
            <a:ext cx="232867" cy="2129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圆角矩形 85"/>
          <p:cNvSpPr/>
          <p:nvPr/>
        </p:nvSpPr>
        <p:spPr>
          <a:xfrm>
            <a:off x="488199" y="2875594"/>
            <a:ext cx="11330057" cy="3079515"/>
          </a:xfrm>
          <a:prstGeom prst="roundRect">
            <a:avLst>
              <a:gd name="adj" fmla="val 2797"/>
            </a:avLst>
          </a:prstGeom>
          <a:noFill/>
          <a:ln w="190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1" name="文本框 410">
            <a:extLst>
              <a:ext uri="{FF2B5EF4-FFF2-40B4-BE49-F238E27FC236}">
                <a16:creationId xmlns:a16="http://schemas.microsoft.com/office/drawing/2014/main" id="{AB34A773-14BD-ABAF-8CDC-212205A68559}"/>
              </a:ext>
            </a:extLst>
          </p:cNvPr>
          <p:cNvSpPr txBox="1"/>
          <p:nvPr/>
        </p:nvSpPr>
        <p:spPr>
          <a:xfrm>
            <a:off x="1632398" y="6968670"/>
            <a:ext cx="6878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H W </a:t>
            </a:r>
            <a:r>
              <a:rPr lang="en-US" altLang="zh-CN" sz="1400" dirty="0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1" name="矩形 450">
                <a:extLst>
                  <a:ext uri="{FF2B5EF4-FFF2-40B4-BE49-F238E27FC236}">
                    <a16:creationId xmlns:a16="http://schemas.microsoft.com/office/drawing/2014/main" id="{30F54713-6A7D-0EA5-47AD-2213C0AE43A7}"/>
                  </a:ext>
                </a:extLst>
              </p:cNvPr>
              <p:cNvSpPr/>
              <p:nvPr/>
            </p:nvSpPr>
            <p:spPr>
              <a:xfrm>
                <a:off x="6165845" y="10498466"/>
                <a:ext cx="104624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endChr m:val=""/>
                          <m:ctrlPr>
                            <a:rPr lang="zh-CN" altLang="en-US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CN" sz="1400" b="1" i="0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zh-CN" altLang="en-US" sz="1400" b="0" i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1400" b="1" i="0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CN" sz="1400" b="1" i="0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HFEM</m:t>
                          </m:r>
                        </m:e>
                      </m:d>
                    </m:oMath>
                  </m:oMathPara>
                </a14:m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51" name="矩形 450">
                <a:extLst>
                  <a:ext uri="{FF2B5EF4-FFF2-40B4-BE49-F238E27FC236}">
                    <a16:creationId xmlns:a16="http://schemas.microsoft.com/office/drawing/2014/main" id="{30F54713-6A7D-0EA5-47AD-2213C0AE43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845" y="10498466"/>
                <a:ext cx="1046248" cy="307777"/>
              </a:xfrm>
              <a:prstGeom prst="rect">
                <a:avLst/>
              </a:prstGeom>
              <a:blipFill>
                <a:blip r:embed="rId12"/>
                <a:stretch>
                  <a:fillRect l="-19186" t="-100000" b="-158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8" name="矩形 467">
                <a:extLst>
                  <a:ext uri="{FF2B5EF4-FFF2-40B4-BE49-F238E27FC236}">
                    <a16:creationId xmlns:a16="http://schemas.microsoft.com/office/drawing/2014/main" id="{92658F1B-5E2D-CF16-E12D-A2D9A475DF0B}"/>
                  </a:ext>
                </a:extLst>
              </p:cNvPr>
              <p:cNvSpPr/>
              <p:nvPr/>
            </p:nvSpPr>
            <p:spPr>
              <a:xfrm>
                <a:off x="3970216" y="10470324"/>
                <a:ext cx="653192" cy="3281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40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  <m:r>
                            <m:rPr>
                              <m:sty m:val="p"/>
                            </m:r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dge</m:t>
                          </m:r>
                        </m:sub>
                      </m:sSub>
                    </m:oMath>
                  </m:oMathPara>
                </a14:m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68" name="矩形 467">
                <a:extLst>
                  <a:ext uri="{FF2B5EF4-FFF2-40B4-BE49-F238E27FC236}">
                    <a16:creationId xmlns:a16="http://schemas.microsoft.com/office/drawing/2014/main" id="{92658F1B-5E2D-CF16-E12D-A2D9A475DF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0216" y="10470324"/>
                <a:ext cx="653192" cy="328103"/>
              </a:xfrm>
              <a:prstGeom prst="rect">
                <a:avLst/>
              </a:prstGeom>
              <a:blipFill>
                <a:blip r:embed="rId13"/>
                <a:stretch>
                  <a:fillRect b="-75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0" name="组合 469"/>
          <p:cNvGrpSpPr>
            <a:grpSpLocks noChangeAspect="1"/>
          </p:cNvGrpSpPr>
          <p:nvPr/>
        </p:nvGrpSpPr>
        <p:grpSpPr>
          <a:xfrm>
            <a:off x="670817" y="9362600"/>
            <a:ext cx="900000" cy="895726"/>
            <a:chOff x="3546210" y="3877067"/>
            <a:chExt cx="1141793" cy="1136370"/>
          </a:xfrm>
        </p:grpSpPr>
        <p:sp>
          <p:nvSpPr>
            <p:cNvPr id="471" name="圆角矩形 140">
              <a:extLst>
                <a:ext uri="{FF2B5EF4-FFF2-40B4-BE49-F238E27FC236}">
                  <a16:creationId xmlns:a16="http://schemas.microsoft.com/office/drawing/2014/main" id="{EEB6F23A-A0AA-9B44-309F-0BACB5CEAB87}"/>
                </a:ext>
              </a:extLst>
            </p:cNvPr>
            <p:cNvSpPr/>
            <p:nvPr/>
          </p:nvSpPr>
          <p:spPr>
            <a:xfrm>
              <a:off x="3546210" y="3877067"/>
              <a:ext cx="1141793" cy="1136370"/>
            </a:xfrm>
            <a:prstGeom prst="roundRect">
              <a:avLst>
                <a:gd name="adj" fmla="val 2559"/>
              </a:avLst>
            </a:prstGeom>
            <a:solidFill>
              <a:srgbClr val="F2F2F2">
                <a:alpha val="34118"/>
              </a:srgbClr>
            </a:solidFill>
            <a:ln w="12700">
              <a:solidFill>
                <a:schemeClr val="accent3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472" name="图片 471">
              <a:extLst>
                <a:ext uri="{FF2B5EF4-FFF2-40B4-BE49-F238E27FC236}">
                  <a16:creationId xmlns:a16="http://schemas.microsoft.com/office/drawing/2014/main" id="{B4ABB889-2DF7-50B2-A447-389E4BB65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9550" y="3924119"/>
              <a:ext cx="756000" cy="756000"/>
            </a:xfrm>
            <a:prstGeom prst="rect">
              <a:avLst/>
            </a:prstGeom>
          </p:spPr>
        </p:pic>
        <p:pic>
          <p:nvPicPr>
            <p:cNvPr id="473" name="图片 472">
              <a:extLst>
                <a:ext uri="{FF2B5EF4-FFF2-40B4-BE49-F238E27FC236}">
                  <a16:creationId xmlns:a16="http://schemas.microsoft.com/office/drawing/2014/main" id="{B4ABB889-2DF7-50B2-A447-389E4BB65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43550" y="4068119"/>
              <a:ext cx="756000" cy="756000"/>
            </a:xfrm>
            <a:prstGeom prst="rect">
              <a:avLst/>
            </a:prstGeom>
          </p:spPr>
        </p:pic>
        <p:pic>
          <p:nvPicPr>
            <p:cNvPr id="474" name="图片 473">
              <a:extLst>
                <a:ext uri="{FF2B5EF4-FFF2-40B4-BE49-F238E27FC236}">
                  <a16:creationId xmlns:a16="http://schemas.microsoft.com/office/drawing/2014/main" id="{B4ABB889-2DF7-50B2-A447-389E4BB65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87550" y="4212119"/>
              <a:ext cx="756000" cy="756000"/>
            </a:xfrm>
            <a:prstGeom prst="rect">
              <a:avLst/>
            </a:prstGeom>
          </p:spPr>
        </p:pic>
      </p:grpSp>
      <p:sp>
        <p:nvSpPr>
          <p:cNvPr id="475" name="圆角矩形 3">
            <a:extLst>
              <a:ext uri="{FF2B5EF4-FFF2-40B4-BE49-F238E27FC236}">
                <a16:creationId xmlns:a16="http://schemas.microsoft.com/office/drawing/2014/main" id="{56AC292F-165A-7BF5-6C1A-6E15375687EF}"/>
              </a:ext>
            </a:extLst>
          </p:cNvPr>
          <p:cNvSpPr/>
          <p:nvPr/>
        </p:nvSpPr>
        <p:spPr>
          <a:xfrm>
            <a:off x="2071175" y="9101659"/>
            <a:ext cx="707333" cy="414000"/>
          </a:xfrm>
          <a:prstGeom prst="roundRect">
            <a:avLst>
              <a:gd name="adj" fmla="val 7576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DWT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6" name="圆角矩形 3">
            <a:extLst>
              <a:ext uri="{FF2B5EF4-FFF2-40B4-BE49-F238E27FC236}">
                <a16:creationId xmlns:a16="http://schemas.microsoft.com/office/drawing/2014/main" id="{56AC292F-165A-7BF5-6C1A-6E15375687EF}"/>
              </a:ext>
            </a:extLst>
          </p:cNvPr>
          <p:cNvSpPr/>
          <p:nvPr/>
        </p:nvSpPr>
        <p:spPr>
          <a:xfrm>
            <a:off x="2071198" y="10120901"/>
            <a:ext cx="707333" cy="414000"/>
          </a:xfrm>
          <a:prstGeom prst="roundRect">
            <a:avLst>
              <a:gd name="adj" fmla="val 7576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DWT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7" name="圆角矩形 94">
            <a:extLst>
              <a:ext uri="{FF2B5EF4-FFF2-40B4-BE49-F238E27FC236}">
                <a16:creationId xmlns:a16="http://schemas.microsoft.com/office/drawing/2014/main" id="{0957C1FE-14CA-0ADD-B08C-E8AA32E22020}"/>
              </a:ext>
            </a:extLst>
          </p:cNvPr>
          <p:cNvSpPr/>
          <p:nvPr/>
        </p:nvSpPr>
        <p:spPr>
          <a:xfrm>
            <a:off x="3099212" y="9102700"/>
            <a:ext cx="707333" cy="414000"/>
          </a:xfrm>
          <a:prstGeom prst="roundRect">
            <a:avLst>
              <a:gd name="adj" fmla="val 7576"/>
            </a:avLst>
          </a:prstGeom>
          <a:gradFill>
            <a:gsLst>
              <a:gs pos="0">
                <a:srgbClr val="E2EEEC"/>
              </a:gs>
              <a:gs pos="50000">
                <a:srgbClr val="D7E9E6"/>
              </a:gs>
              <a:gs pos="100000">
                <a:srgbClr val="CEE3E0"/>
              </a:gs>
            </a:gsLst>
            <a:lin ang="540000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HFFM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8" name="圆角矩形 94">
            <a:extLst>
              <a:ext uri="{FF2B5EF4-FFF2-40B4-BE49-F238E27FC236}">
                <a16:creationId xmlns:a16="http://schemas.microsoft.com/office/drawing/2014/main" id="{0957C1FE-14CA-0ADD-B08C-E8AA32E22020}"/>
              </a:ext>
            </a:extLst>
          </p:cNvPr>
          <p:cNvSpPr/>
          <p:nvPr/>
        </p:nvSpPr>
        <p:spPr>
          <a:xfrm>
            <a:off x="3100798" y="10122500"/>
            <a:ext cx="707333" cy="414000"/>
          </a:xfrm>
          <a:prstGeom prst="roundRect">
            <a:avLst>
              <a:gd name="adj" fmla="val 7576"/>
            </a:avLst>
          </a:prstGeom>
          <a:gradFill>
            <a:gsLst>
              <a:gs pos="0">
                <a:srgbClr val="E2EEEC"/>
              </a:gs>
              <a:gs pos="50000">
                <a:srgbClr val="D7E9E6"/>
              </a:gs>
              <a:gs pos="100000">
                <a:srgbClr val="CEE3E0"/>
              </a:gs>
            </a:gsLst>
            <a:lin ang="540000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HFFM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9" name="圆角矩形 68">
            <a:extLst>
              <a:ext uri="{FF2B5EF4-FFF2-40B4-BE49-F238E27FC236}">
                <a16:creationId xmlns:a16="http://schemas.microsoft.com/office/drawing/2014/main" id="{4DAB7388-5B60-CFF9-6B5C-83676BA886EC}"/>
              </a:ext>
            </a:extLst>
          </p:cNvPr>
          <p:cNvSpPr/>
          <p:nvPr/>
        </p:nvSpPr>
        <p:spPr>
          <a:xfrm>
            <a:off x="4126798" y="9102700"/>
            <a:ext cx="709200" cy="413052"/>
          </a:xfrm>
          <a:prstGeom prst="roundRect">
            <a:avLst>
              <a:gd name="adj" fmla="val 7576"/>
            </a:avLst>
          </a:prstGeom>
          <a:gradFill>
            <a:gsLst>
              <a:gs pos="0">
                <a:srgbClr val="E4F0DC">
                  <a:alpha val="70000"/>
                  <a:lumMod val="80000"/>
                  <a:lumOff val="20000"/>
                </a:srgbClr>
              </a:gs>
              <a:gs pos="50000">
                <a:srgbClr val="D0E5C1">
                  <a:alpha val="70000"/>
                  <a:lumMod val="80000"/>
                  <a:lumOff val="20000"/>
                </a:srgbClr>
              </a:gs>
              <a:gs pos="100000">
                <a:srgbClr val="C5DFB3">
                  <a:alpha val="69804"/>
                  <a:lumMod val="80000"/>
                  <a:lumOff val="20000"/>
                </a:srgbClr>
              </a:gs>
            </a:gsLst>
            <a:lin ang="540000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Down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0" name="圆角矩形 68">
            <a:extLst>
              <a:ext uri="{FF2B5EF4-FFF2-40B4-BE49-F238E27FC236}">
                <a16:creationId xmlns:a16="http://schemas.microsoft.com/office/drawing/2014/main" id="{4DAB7388-5B60-CFF9-6B5C-83676BA886EC}"/>
              </a:ext>
            </a:extLst>
          </p:cNvPr>
          <p:cNvSpPr/>
          <p:nvPr/>
        </p:nvSpPr>
        <p:spPr>
          <a:xfrm>
            <a:off x="4126798" y="10122500"/>
            <a:ext cx="709200" cy="413052"/>
          </a:xfrm>
          <a:prstGeom prst="roundRect">
            <a:avLst>
              <a:gd name="adj" fmla="val 7576"/>
            </a:avLst>
          </a:prstGeom>
          <a:gradFill>
            <a:gsLst>
              <a:gs pos="0">
                <a:srgbClr val="E4F0DC">
                  <a:alpha val="70000"/>
                  <a:lumMod val="80000"/>
                  <a:lumOff val="20000"/>
                </a:srgbClr>
              </a:gs>
              <a:gs pos="50000">
                <a:srgbClr val="D0E5C1">
                  <a:alpha val="70000"/>
                  <a:lumMod val="80000"/>
                  <a:lumOff val="20000"/>
                </a:srgbClr>
              </a:gs>
              <a:gs pos="100000">
                <a:srgbClr val="C5DFB3">
                  <a:alpha val="69804"/>
                  <a:lumMod val="80000"/>
                  <a:lumOff val="20000"/>
                </a:srgbClr>
              </a:gs>
            </a:gsLst>
            <a:lin ang="540000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Down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2" name="肘形连接符 91"/>
          <p:cNvCxnSpPr>
            <a:stCxn id="471" idx="3"/>
            <a:endCxn id="476" idx="1"/>
          </p:cNvCxnSpPr>
          <p:nvPr/>
        </p:nvCxnSpPr>
        <p:spPr>
          <a:xfrm>
            <a:off x="1570817" y="9810463"/>
            <a:ext cx="500381" cy="517438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/>
          <p:cNvCxnSpPr>
            <a:stCxn id="476" idx="3"/>
            <a:endCxn id="478" idx="1"/>
          </p:cNvCxnSpPr>
          <p:nvPr/>
        </p:nvCxnSpPr>
        <p:spPr>
          <a:xfrm>
            <a:off x="2778531" y="10327901"/>
            <a:ext cx="322267" cy="159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/>
          <p:cNvCxnSpPr>
            <a:stCxn id="478" idx="3"/>
            <a:endCxn id="480" idx="1"/>
          </p:cNvCxnSpPr>
          <p:nvPr/>
        </p:nvCxnSpPr>
        <p:spPr>
          <a:xfrm flipV="1">
            <a:off x="3808131" y="10329026"/>
            <a:ext cx="318667" cy="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>
            <a:stCxn id="477" idx="3"/>
            <a:endCxn id="479" idx="1"/>
          </p:cNvCxnSpPr>
          <p:nvPr/>
        </p:nvCxnSpPr>
        <p:spPr>
          <a:xfrm flipV="1">
            <a:off x="3806545" y="9309226"/>
            <a:ext cx="320253" cy="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/>
          <p:cNvCxnSpPr>
            <a:stCxn id="475" idx="3"/>
            <a:endCxn id="477" idx="1"/>
          </p:cNvCxnSpPr>
          <p:nvPr/>
        </p:nvCxnSpPr>
        <p:spPr>
          <a:xfrm>
            <a:off x="2778508" y="9308659"/>
            <a:ext cx="320704" cy="10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/>
          <p:cNvCxnSpPr>
            <a:stCxn id="476" idx="0"/>
            <a:endCxn id="475" idx="2"/>
          </p:cNvCxnSpPr>
          <p:nvPr/>
        </p:nvCxnSpPr>
        <p:spPr>
          <a:xfrm flipH="1" flipV="1">
            <a:off x="2424842" y="9515659"/>
            <a:ext cx="23" cy="6052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3" name="文本框 482">
            <a:extLst>
              <a:ext uri="{FF2B5EF4-FFF2-40B4-BE49-F238E27FC236}">
                <a16:creationId xmlns:a16="http://schemas.microsoft.com/office/drawing/2014/main" id="{818C3CF6-66E7-6B6B-4443-63D123892164}"/>
              </a:ext>
            </a:extLst>
          </p:cNvPr>
          <p:cNvSpPr txBox="1"/>
          <p:nvPr/>
        </p:nvSpPr>
        <p:spPr>
          <a:xfrm>
            <a:off x="2859598" y="9659375"/>
            <a:ext cx="1191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Saliency Map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6" name="直接箭头连接符 105"/>
          <p:cNvCxnSpPr>
            <a:stCxn id="483" idx="0"/>
            <a:endCxn id="477" idx="2"/>
          </p:cNvCxnSpPr>
          <p:nvPr/>
        </p:nvCxnSpPr>
        <p:spPr>
          <a:xfrm flipH="1" flipV="1">
            <a:off x="3452879" y="9516699"/>
            <a:ext cx="2395" cy="216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/>
          <p:cNvCxnSpPr/>
          <p:nvPr/>
        </p:nvCxnSpPr>
        <p:spPr>
          <a:xfrm flipH="1">
            <a:off x="3454465" y="9910100"/>
            <a:ext cx="809" cy="216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4" name="文本框 483">
            <a:extLst>
              <a:ext uri="{FF2B5EF4-FFF2-40B4-BE49-F238E27FC236}">
                <a16:creationId xmlns:a16="http://schemas.microsoft.com/office/drawing/2014/main" id="{1EF574D6-9AB9-E01A-277D-363661DCE6BD}"/>
              </a:ext>
            </a:extLst>
          </p:cNvPr>
          <p:cNvSpPr txBox="1"/>
          <p:nvPr/>
        </p:nvSpPr>
        <p:spPr>
          <a:xfrm>
            <a:off x="2078102" y="9676478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LL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5" name="直接箭头连接符 124"/>
          <p:cNvCxnSpPr>
            <a:stCxn id="479" idx="3"/>
            <a:endCxn id="485" idx="2"/>
          </p:cNvCxnSpPr>
          <p:nvPr/>
        </p:nvCxnSpPr>
        <p:spPr>
          <a:xfrm>
            <a:off x="4835998" y="9309226"/>
            <a:ext cx="321248" cy="32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直接箭头连接符 486"/>
          <p:cNvCxnSpPr>
            <a:stCxn id="480" idx="3"/>
            <a:endCxn id="486" idx="2"/>
          </p:cNvCxnSpPr>
          <p:nvPr/>
        </p:nvCxnSpPr>
        <p:spPr>
          <a:xfrm flipV="1">
            <a:off x="4835998" y="10327700"/>
            <a:ext cx="321366" cy="132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6" name="组合 495"/>
          <p:cNvGrpSpPr/>
          <p:nvPr/>
        </p:nvGrpSpPr>
        <p:grpSpPr>
          <a:xfrm>
            <a:off x="5152798" y="9210230"/>
            <a:ext cx="413662" cy="1216995"/>
            <a:chOff x="4344352" y="9070530"/>
            <a:chExt cx="413662" cy="1216995"/>
          </a:xfrm>
        </p:grpSpPr>
        <p:sp>
          <p:nvSpPr>
            <p:cNvPr id="481" name="圆角矩形 66">
              <a:extLst>
                <a:ext uri="{FF2B5EF4-FFF2-40B4-BE49-F238E27FC236}">
                  <a16:creationId xmlns:a16="http://schemas.microsoft.com/office/drawing/2014/main" id="{6DFEDFD3-9592-370E-E6C4-1BBBE3519742}"/>
                </a:ext>
              </a:extLst>
            </p:cNvPr>
            <p:cNvSpPr/>
            <p:nvPr/>
          </p:nvSpPr>
          <p:spPr>
            <a:xfrm rot="5400000">
              <a:off x="3942380" y="9472502"/>
              <a:ext cx="1216995" cy="413052"/>
            </a:xfrm>
            <a:prstGeom prst="roundRect">
              <a:avLst>
                <a:gd name="adj" fmla="val 7576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Sigmoid</a:t>
              </a:r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5" name="流程图: 或者 484">
              <a:extLst>
                <a:ext uri="{FF2B5EF4-FFF2-40B4-BE49-F238E27FC236}">
                  <a16:creationId xmlns:a16="http://schemas.microsoft.com/office/drawing/2014/main" id="{FC59630F-9677-4FD7-7EB5-CAD03337C289}"/>
                </a:ext>
              </a:extLst>
            </p:cNvPr>
            <p:cNvSpPr/>
            <p:nvPr/>
          </p:nvSpPr>
          <p:spPr>
            <a:xfrm>
              <a:off x="4348800" y="9082800"/>
              <a:ext cx="180000" cy="180000"/>
            </a:xfrm>
            <a:prstGeom prst="flowChartOr">
              <a:avLst/>
            </a:prstGeom>
            <a:noFill/>
            <a:ln w="12700"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6" name="流程图: 或者 485">
              <a:extLst>
                <a:ext uri="{FF2B5EF4-FFF2-40B4-BE49-F238E27FC236}">
                  <a16:creationId xmlns:a16="http://schemas.microsoft.com/office/drawing/2014/main" id="{FC59630F-9677-4FD7-7EB5-CAD03337C289}"/>
                </a:ext>
              </a:extLst>
            </p:cNvPr>
            <p:cNvSpPr/>
            <p:nvPr/>
          </p:nvSpPr>
          <p:spPr>
            <a:xfrm>
              <a:off x="4348918" y="10098000"/>
              <a:ext cx="180000" cy="180000"/>
            </a:xfrm>
            <a:prstGeom prst="flowChartOr">
              <a:avLst/>
            </a:prstGeom>
            <a:noFill/>
            <a:ln w="12700"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0" name="流程图: 或者 489">
              <a:extLst>
                <a:ext uri="{FF2B5EF4-FFF2-40B4-BE49-F238E27FC236}">
                  <a16:creationId xmlns:a16="http://schemas.microsoft.com/office/drawing/2014/main" id="{FC59630F-9677-4FD7-7EB5-CAD03337C289}"/>
                </a:ext>
              </a:extLst>
            </p:cNvPr>
            <p:cNvSpPr/>
            <p:nvPr/>
          </p:nvSpPr>
          <p:spPr>
            <a:xfrm>
              <a:off x="4577896" y="9082800"/>
              <a:ext cx="180000" cy="180000"/>
            </a:xfrm>
            <a:prstGeom prst="flowChartOr">
              <a:avLst/>
            </a:prstGeom>
            <a:noFill/>
            <a:ln w="12700"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1" name="流程图: 或者 490">
              <a:extLst>
                <a:ext uri="{FF2B5EF4-FFF2-40B4-BE49-F238E27FC236}">
                  <a16:creationId xmlns:a16="http://schemas.microsoft.com/office/drawing/2014/main" id="{FC59630F-9677-4FD7-7EB5-CAD03337C289}"/>
                </a:ext>
              </a:extLst>
            </p:cNvPr>
            <p:cNvSpPr/>
            <p:nvPr/>
          </p:nvSpPr>
          <p:spPr>
            <a:xfrm>
              <a:off x="4578014" y="10098000"/>
              <a:ext cx="180000" cy="180000"/>
            </a:xfrm>
            <a:prstGeom prst="flowChartOr">
              <a:avLst/>
            </a:prstGeom>
            <a:noFill/>
            <a:ln w="12700"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493" name="直接箭头连接符 492"/>
          <p:cNvCxnSpPr>
            <a:stCxn id="490" idx="6"/>
            <a:endCxn id="497" idx="2"/>
          </p:cNvCxnSpPr>
          <p:nvPr/>
        </p:nvCxnSpPr>
        <p:spPr>
          <a:xfrm>
            <a:off x="5566342" y="9312500"/>
            <a:ext cx="32085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直接箭头连接符 494"/>
          <p:cNvCxnSpPr>
            <a:stCxn id="491" idx="6"/>
            <a:endCxn id="499" idx="2"/>
          </p:cNvCxnSpPr>
          <p:nvPr/>
        </p:nvCxnSpPr>
        <p:spPr>
          <a:xfrm>
            <a:off x="5566460" y="10327700"/>
            <a:ext cx="32073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7" name="流程图: 汇总连接 496">
            <a:extLst>
              <a:ext uri="{FF2B5EF4-FFF2-40B4-BE49-F238E27FC236}">
                <a16:creationId xmlns:a16="http://schemas.microsoft.com/office/drawing/2014/main" id="{B8561862-2A6C-0860-4B4E-C150A7F86B04}"/>
              </a:ext>
            </a:extLst>
          </p:cNvPr>
          <p:cNvSpPr/>
          <p:nvPr/>
        </p:nvSpPr>
        <p:spPr>
          <a:xfrm>
            <a:off x="5887198" y="9222500"/>
            <a:ext cx="180000" cy="180000"/>
          </a:xfrm>
          <a:prstGeom prst="flowChartSummingJunction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9" name="流程图: 汇总连接 498">
            <a:extLst>
              <a:ext uri="{FF2B5EF4-FFF2-40B4-BE49-F238E27FC236}">
                <a16:creationId xmlns:a16="http://schemas.microsoft.com/office/drawing/2014/main" id="{B8561862-2A6C-0860-4B4E-C150A7F86B04}"/>
              </a:ext>
            </a:extLst>
          </p:cNvPr>
          <p:cNvSpPr/>
          <p:nvPr/>
        </p:nvSpPr>
        <p:spPr>
          <a:xfrm>
            <a:off x="5887198" y="10237700"/>
            <a:ext cx="180000" cy="180000"/>
          </a:xfrm>
          <a:prstGeom prst="flowChartSummingJunction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1" name="文本框 500">
            <a:extLst>
              <a:ext uri="{FF2B5EF4-FFF2-40B4-BE49-F238E27FC236}">
                <a16:creationId xmlns:a16="http://schemas.microsoft.com/office/drawing/2014/main" id="{EEE0326D-DD45-4B60-D5BA-3A66EB2D1380}"/>
              </a:ext>
            </a:extLst>
          </p:cNvPr>
          <p:cNvSpPr txBox="1"/>
          <p:nvPr/>
        </p:nvSpPr>
        <p:spPr>
          <a:xfrm>
            <a:off x="5828282" y="8842138"/>
            <a:ext cx="343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1400" baseline="-25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2</a:t>
            </a:r>
            <a:endParaRPr lang="zh-CN" altLang="en-US" sz="1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2" name="文本框 501">
            <a:extLst>
              <a:ext uri="{FF2B5EF4-FFF2-40B4-BE49-F238E27FC236}">
                <a16:creationId xmlns:a16="http://schemas.microsoft.com/office/drawing/2014/main" id="{EEE0326D-DD45-4B60-D5BA-3A66EB2D1380}"/>
              </a:ext>
            </a:extLst>
          </p:cNvPr>
          <p:cNvSpPr txBox="1"/>
          <p:nvPr/>
        </p:nvSpPr>
        <p:spPr>
          <a:xfrm>
            <a:off x="5812810" y="9825966"/>
            <a:ext cx="343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1400" baseline="-25000" dirty="0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</a:t>
            </a:r>
            <a:endParaRPr lang="zh-CN" altLang="en-US" sz="1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06" name="直接箭头连接符 505"/>
          <p:cNvCxnSpPr>
            <a:endCxn id="497" idx="0"/>
          </p:cNvCxnSpPr>
          <p:nvPr/>
        </p:nvCxnSpPr>
        <p:spPr>
          <a:xfrm>
            <a:off x="5977082" y="9075980"/>
            <a:ext cx="116" cy="1465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直接箭头连接符 507"/>
          <p:cNvCxnSpPr>
            <a:endCxn id="499" idx="0"/>
          </p:cNvCxnSpPr>
          <p:nvPr/>
        </p:nvCxnSpPr>
        <p:spPr>
          <a:xfrm>
            <a:off x="5977082" y="10076591"/>
            <a:ext cx="116" cy="16110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直接箭头连接符 509"/>
          <p:cNvCxnSpPr>
            <a:stCxn id="497" idx="6"/>
          </p:cNvCxnSpPr>
          <p:nvPr/>
        </p:nvCxnSpPr>
        <p:spPr>
          <a:xfrm>
            <a:off x="6067198" y="9312500"/>
            <a:ext cx="51369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箭头连接符 127"/>
          <p:cNvCxnSpPr>
            <a:stCxn id="499" idx="6"/>
          </p:cNvCxnSpPr>
          <p:nvPr/>
        </p:nvCxnSpPr>
        <p:spPr>
          <a:xfrm>
            <a:off x="6067197" y="10327700"/>
            <a:ext cx="5148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16" name="矩形 515">
                <a:extLst>
                  <a:ext uri="{FF2B5EF4-FFF2-40B4-BE49-F238E27FC236}">
                    <a16:creationId xmlns:a16="http://schemas.microsoft.com/office/drawing/2014/main" id="{92658F1B-5E2D-CF16-E12D-A2D9A475DF0B}"/>
                  </a:ext>
                </a:extLst>
              </p:cNvPr>
              <p:cNvSpPr/>
              <p:nvPr/>
            </p:nvSpPr>
            <p:spPr>
              <a:xfrm>
                <a:off x="3970198" y="8794511"/>
                <a:ext cx="653192" cy="3281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40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  <m:r>
                            <m:rPr>
                              <m:sty m:val="p"/>
                            </m:r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dge</m:t>
                          </m:r>
                        </m:sub>
                      </m:sSub>
                    </m:oMath>
                  </m:oMathPara>
                </a14:m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16" name="矩形 515">
                <a:extLst>
                  <a:ext uri="{FF2B5EF4-FFF2-40B4-BE49-F238E27FC236}">
                    <a16:creationId xmlns:a16="http://schemas.microsoft.com/office/drawing/2014/main" id="{92658F1B-5E2D-CF16-E12D-A2D9A475DF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0198" y="8794511"/>
                <a:ext cx="653192" cy="328103"/>
              </a:xfrm>
              <a:prstGeom prst="rect">
                <a:avLst/>
              </a:prstGeom>
              <a:blipFill>
                <a:blip r:embed="rId13"/>
                <a:stretch>
                  <a:fillRect b="-75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1" name="肘形连接符 140"/>
          <p:cNvCxnSpPr>
            <a:stCxn id="477" idx="0"/>
            <a:endCxn id="516" idx="1"/>
          </p:cNvCxnSpPr>
          <p:nvPr/>
        </p:nvCxnSpPr>
        <p:spPr>
          <a:xfrm rot="5400000" flipH="1" flipV="1">
            <a:off x="3639470" y="8771973"/>
            <a:ext cx="144137" cy="517319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肘形连接符 143"/>
          <p:cNvCxnSpPr>
            <a:stCxn id="478" idx="2"/>
            <a:endCxn id="468" idx="1"/>
          </p:cNvCxnSpPr>
          <p:nvPr/>
        </p:nvCxnSpPr>
        <p:spPr>
          <a:xfrm rot="16200000" flipH="1">
            <a:off x="3663402" y="10327562"/>
            <a:ext cx="97876" cy="515751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9" name="直接箭头连接符 518"/>
          <p:cNvCxnSpPr/>
          <p:nvPr/>
        </p:nvCxnSpPr>
        <p:spPr>
          <a:xfrm>
            <a:off x="9918302" y="9199751"/>
            <a:ext cx="432000" cy="1599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2" name="文本框 521"/>
          <p:cNvSpPr txBox="1"/>
          <p:nvPr/>
        </p:nvSpPr>
        <p:spPr>
          <a:xfrm>
            <a:off x="10469569" y="9047461"/>
            <a:ext cx="10919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Stage 1 flow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5" name="组合 114"/>
          <p:cNvGrpSpPr/>
          <p:nvPr/>
        </p:nvGrpSpPr>
        <p:grpSpPr>
          <a:xfrm>
            <a:off x="8825933" y="2984400"/>
            <a:ext cx="919319" cy="861060"/>
            <a:chOff x="9821859" y="761459"/>
            <a:chExt cx="919319" cy="861060"/>
          </a:xfrm>
        </p:grpSpPr>
        <p:sp>
          <p:nvSpPr>
            <p:cNvPr id="116" name="圆角矩形 140">
              <a:extLst>
                <a:ext uri="{FF2B5EF4-FFF2-40B4-BE49-F238E27FC236}">
                  <a16:creationId xmlns:a16="http://schemas.microsoft.com/office/drawing/2014/main" id="{EEB6F23A-A0AA-9B44-309F-0BACB5CEAB87}"/>
                </a:ext>
              </a:extLst>
            </p:cNvPr>
            <p:cNvSpPr/>
            <p:nvPr/>
          </p:nvSpPr>
          <p:spPr>
            <a:xfrm>
              <a:off x="9821859" y="761459"/>
              <a:ext cx="919319" cy="861060"/>
            </a:xfrm>
            <a:prstGeom prst="roundRect">
              <a:avLst>
                <a:gd name="adj" fmla="val 2559"/>
              </a:avLst>
            </a:prstGeom>
            <a:solidFill>
              <a:srgbClr val="F2F2F2">
                <a:alpha val="34118"/>
              </a:srgbClr>
            </a:solidFill>
            <a:ln w="12700">
              <a:solidFill>
                <a:schemeClr val="accent3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17" name="组合 116">
              <a:extLst>
                <a:ext uri="{FF2B5EF4-FFF2-40B4-BE49-F238E27FC236}">
                  <a16:creationId xmlns:a16="http://schemas.microsoft.com/office/drawing/2014/main" id="{37DC1A19-7C1A-FE93-BB50-ADE060D0C310}"/>
                </a:ext>
              </a:extLst>
            </p:cNvPr>
            <p:cNvGrpSpPr/>
            <p:nvPr/>
          </p:nvGrpSpPr>
          <p:grpSpPr>
            <a:xfrm>
              <a:off x="9878230" y="825195"/>
              <a:ext cx="823986" cy="751572"/>
              <a:chOff x="5968130" y="1446596"/>
              <a:chExt cx="823986" cy="751572"/>
            </a:xfrm>
          </p:grpSpPr>
          <p:pic>
            <p:nvPicPr>
              <p:cNvPr id="118" name="图片 117">
                <a:extLst>
                  <a:ext uri="{FF2B5EF4-FFF2-40B4-BE49-F238E27FC236}">
                    <a16:creationId xmlns:a16="http://schemas.microsoft.com/office/drawing/2014/main" id="{02381B60-001A-8D79-F84B-2ADA0FF4B3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68130" y="1446596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19" name="图片 118">
                <a:extLst>
                  <a:ext uri="{FF2B5EF4-FFF2-40B4-BE49-F238E27FC236}">
                    <a16:creationId xmlns:a16="http://schemas.microsoft.com/office/drawing/2014/main" id="{A081A893-73BD-2364-2728-DFD3B9D399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1413" y="1534410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20" name="图片 119">
                <a:extLst>
                  <a:ext uri="{FF2B5EF4-FFF2-40B4-BE49-F238E27FC236}">
                    <a16:creationId xmlns:a16="http://schemas.microsoft.com/office/drawing/2014/main" id="{73B89CE5-A1FA-157D-DD32-8549F09184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52116" y="1658168"/>
                <a:ext cx="540000" cy="540000"/>
              </a:xfrm>
              <a:prstGeom prst="rect">
                <a:avLst/>
              </a:prstGeom>
            </p:spPr>
          </p:pic>
        </p:grpSp>
      </p:grpSp>
      <p:sp>
        <p:nvSpPr>
          <p:cNvPr id="121" name="文本框 120"/>
          <p:cNvSpPr txBox="1"/>
          <p:nvPr/>
        </p:nvSpPr>
        <p:spPr>
          <a:xfrm>
            <a:off x="8686308" y="3775771"/>
            <a:ext cx="1223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Saliency Map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接箭头连接符 2"/>
          <p:cNvCxnSpPr>
            <a:stCxn id="116" idx="3"/>
            <a:endCxn id="527" idx="1"/>
          </p:cNvCxnSpPr>
          <p:nvPr/>
        </p:nvCxnSpPr>
        <p:spPr>
          <a:xfrm>
            <a:off x="9745252" y="3414930"/>
            <a:ext cx="515174" cy="147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3" name="图片 112">
            <a:extLst>
              <a:ext uri="{FF2B5EF4-FFF2-40B4-BE49-F238E27FC236}">
                <a16:creationId xmlns:a16="http://schemas.microsoft.com/office/drawing/2014/main" id="{918196FF-5038-E263-7B38-8F1BEC96718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1580" y="4251180"/>
            <a:ext cx="540000" cy="540000"/>
          </a:xfrm>
          <a:prstGeom prst="rect">
            <a:avLst/>
          </a:prstGeom>
        </p:spPr>
      </p:pic>
      <p:cxnSp>
        <p:nvCxnSpPr>
          <p:cNvPr id="12" name="直接箭头连接符 11"/>
          <p:cNvCxnSpPr>
            <a:stCxn id="113" idx="3"/>
            <a:endCxn id="216" idx="1"/>
          </p:cNvCxnSpPr>
          <p:nvPr/>
        </p:nvCxnSpPr>
        <p:spPr>
          <a:xfrm flipV="1">
            <a:off x="10801580" y="4520683"/>
            <a:ext cx="356400" cy="4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6" name="矩形 215">
                <a:extLst>
                  <a:ext uri="{FF2B5EF4-FFF2-40B4-BE49-F238E27FC236}">
                    <a16:creationId xmlns:a16="http://schemas.microsoft.com/office/drawing/2014/main" id="{92658F1B-5E2D-CF16-E12D-A2D9A475DF0B}"/>
                  </a:ext>
                </a:extLst>
              </p:cNvPr>
              <p:cNvSpPr/>
              <p:nvPr/>
            </p:nvSpPr>
            <p:spPr>
              <a:xfrm>
                <a:off x="11157980" y="4358042"/>
                <a:ext cx="568554" cy="3252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40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𝑆𝑒𝑔</m:t>
                          </m:r>
                        </m:sub>
                      </m:sSub>
                    </m:oMath>
                  </m:oMathPara>
                </a14:m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16" name="矩形 215">
                <a:extLst>
                  <a:ext uri="{FF2B5EF4-FFF2-40B4-BE49-F238E27FC236}">
                    <a16:creationId xmlns:a16="http://schemas.microsoft.com/office/drawing/2014/main" id="{92658F1B-5E2D-CF16-E12D-A2D9A475DF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7980" y="4358042"/>
                <a:ext cx="568554" cy="325282"/>
              </a:xfrm>
              <a:prstGeom prst="rect">
                <a:avLst/>
              </a:prstGeom>
              <a:blipFill>
                <a:blip r:embed="rId17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矩形 216">
                <a:extLst>
                  <a:ext uri="{FF2B5EF4-FFF2-40B4-BE49-F238E27FC236}">
                    <a16:creationId xmlns:a16="http://schemas.microsoft.com/office/drawing/2014/main" id="{92658F1B-5E2D-CF16-E12D-A2D9A475DF0B}"/>
                  </a:ext>
                </a:extLst>
              </p:cNvPr>
              <p:cNvSpPr/>
              <p:nvPr/>
            </p:nvSpPr>
            <p:spPr>
              <a:xfrm>
                <a:off x="11157103" y="3254400"/>
                <a:ext cx="568554" cy="3252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40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𝑆𝑒𝑔</m:t>
                          </m:r>
                        </m:sub>
                      </m:sSub>
                    </m:oMath>
                  </m:oMathPara>
                </a14:m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7" name="矩形 216">
                <a:extLst>
                  <a:ext uri="{FF2B5EF4-FFF2-40B4-BE49-F238E27FC236}">
                    <a16:creationId xmlns:a16="http://schemas.microsoft.com/office/drawing/2014/main" id="{92658F1B-5E2D-CF16-E12D-A2D9A475DF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7103" y="3254400"/>
                <a:ext cx="568554" cy="325282"/>
              </a:xfrm>
              <a:prstGeom prst="rect">
                <a:avLst/>
              </a:prstGeom>
              <a:blipFill>
                <a:blip r:embed="rId18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27" name="图片 526">
            <a:extLst>
              <a:ext uri="{FF2B5EF4-FFF2-40B4-BE49-F238E27FC236}">
                <a16:creationId xmlns:a16="http://schemas.microsoft.com/office/drawing/2014/main" id="{A081A893-73BD-2364-2728-DFD3B9D3995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426" y="3146400"/>
            <a:ext cx="540000" cy="540000"/>
          </a:xfrm>
          <a:prstGeom prst="rect">
            <a:avLst/>
          </a:prstGeom>
        </p:spPr>
      </p:pic>
      <p:cxnSp>
        <p:nvCxnSpPr>
          <p:cNvPr id="528" name="直接箭头连接符 527"/>
          <p:cNvCxnSpPr>
            <a:stCxn id="527" idx="3"/>
            <a:endCxn id="217" idx="1"/>
          </p:cNvCxnSpPr>
          <p:nvPr/>
        </p:nvCxnSpPr>
        <p:spPr>
          <a:xfrm>
            <a:off x="10800426" y="3416400"/>
            <a:ext cx="356677" cy="64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1" name="组合 530"/>
          <p:cNvGrpSpPr/>
          <p:nvPr/>
        </p:nvGrpSpPr>
        <p:grpSpPr>
          <a:xfrm>
            <a:off x="8824700" y="4090230"/>
            <a:ext cx="919319" cy="861060"/>
            <a:chOff x="9821859" y="770984"/>
            <a:chExt cx="919319" cy="861060"/>
          </a:xfrm>
        </p:grpSpPr>
        <p:sp>
          <p:nvSpPr>
            <p:cNvPr id="532" name="圆角矩形 140">
              <a:extLst>
                <a:ext uri="{FF2B5EF4-FFF2-40B4-BE49-F238E27FC236}">
                  <a16:creationId xmlns:a16="http://schemas.microsoft.com/office/drawing/2014/main" id="{EEB6F23A-A0AA-9B44-309F-0BACB5CEAB87}"/>
                </a:ext>
              </a:extLst>
            </p:cNvPr>
            <p:cNvSpPr/>
            <p:nvPr/>
          </p:nvSpPr>
          <p:spPr>
            <a:xfrm>
              <a:off x="9821859" y="770984"/>
              <a:ext cx="919319" cy="861060"/>
            </a:xfrm>
            <a:prstGeom prst="roundRect">
              <a:avLst>
                <a:gd name="adj" fmla="val 2559"/>
              </a:avLst>
            </a:prstGeom>
            <a:solidFill>
              <a:srgbClr val="F2F2F2">
                <a:alpha val="34118"/>
              </a:srgbClr>
            </a:solidFill>
            <a:ln w="12700">
              <a:solidFill>
                <a:schemeClr val="accent3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33" name="组合 532">
              <a:extLst>
                <a:ext uri="{FF2B5EF4-FFF2-40B4-BE49-F238E27FC236}">
                  <a16:creationId xmlns:a16="http://schemas.microsoft.com/office/drawing/2014/main" id="{37DC1A19-7C1A-FE93-BB50-ADE060D0C310}"/>
                </a:ext>
              </a:extLst>
            </p:cNvPr>
            <p:cNvGrpSpPr/>
            <p:nvPr/>
          </p:nvGrpSpPr>
          <p:grpSpPr>
            <a:xfrm>
              <a:off x="9878230" y="825195"/>
              <a:ext cx="823986" cy="751572"/>
              <a:chOff x="5968130" y="1446596"/>
              <a:chExt cx="823986" cy="751572"/>
            </a:xfrm>
          </p:grpSpPr>
          <p:pic>
            <p:nvPicPr>
              <p:cNvPr id="534" name="图片 533">
                <a:extLst>
                  <a:ext uri="{FF2B5EF4-FFF2-40B4-BE49-F238E27FC236}">
                    <a16:creationId xmlns:a16="http://schemas.microsoft.com/office/drawing/2014/main" id="{02381B60-001A-8D79-F84B-2ADA0FF4B3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68130" y="1446596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535" name="图片 534">
                <a:extLst>
                  <a:ext uri="{FF2B5EF4-FFF2-40B4-BE49-F238E27FC236}">
                    <a16:creationId xmlns:a16="http://schemas.microsoft.com/office/drawing/2014/main" id="{A081A893-73BD-2364-2728-DFD3B9D399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1413" y="1534410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536" name="图片 535">
                <a:extLst>
                  <a:ext uri="{FF2B5EF4-FFF2-40B4-BE49-F238E27FC236}">
                    <a16:creationId xmlns:a16="http://schemas.microsoft.com/office/drawing/2014/main" id="{73B89CE5-A1FA-157D-DD32-8549F09184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52116" y="1658168"/>
                <a:ext cx="540000" cy="540000"/>
              </a:xfrm>
              <a:prstGeom prst="rect">
                <a:avLst/>
              </a:prstGeom>
            </p:spPr>
          </p:pic>
        </p:grpSp>
      </p:grpSp>
      <p:sp>
        <p:nvSpPr>
          <p:cNvPr id="537" name="文本框 536"/>
          <p:cNvSpPr txBox="1"/>
          <p:nvPr/>
        </p:nvSpPr>
        <p:spPr>
          <a:xfrm>
            <a:off x="8849952" y="4921966"/>
            <a:ext cx="9220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Prediction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8" name="直接箭头连接符 537"/>
          <p:cNvCxnSpPr>
            <a:stCxn id="532" idx="3"/>
            <a:endCxn id="113" idx="1"/>
          </p:cNvCxnSpPr>
          <p:nvPr/>
        </p:nvCxnSpPr>
        <p:spPr>
          <a:xfrm>
            <a:off x="9744019" y="4520760"/>
            <a:ext cx="517561" cy="42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圆角矩形 175"/>
          <p:cNvSpPr/>
          <p:nvPr/>
        </p:nvSpPr>
        <p:spPr>
          <a:xfrm>
            <a:off x="10106801" y="2980801"/>
            <a:ext cx="834108" cy="1987850"/>
          </a:xfrm>
          <a:prstGeom prst="roundRect">
            <a:avLst>
              <a:gd name="adj" fmla="val 9815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9" name="文本框 538"/>
          <p:cNvSpPr txBox="1"/>
          <p:nvPr/>
        </p:nvSpPr>
        <p:spPr>
          <a:xfrm>
            <a:off x="10019536" y="4926978"/>
            <a:ext cx="1168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Center Result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9" name="组合 188"/>
          <p:cNvGrpSpPr/>
          <p:nvPr/>
        </p:nvGrpSpPr>
        <p:grpSpPr>
          <a:xfrm>
            <a:off x="7715663" y="10348921"/>
            <a:ext cx="315829" cy="308760"/>
            <a:chOff x="12004559" y="7661682"/>
            <a:chExt cx="315829" cy="308760"/>
          </a:xfrm>
        </p:grpSpPr>
        <p:sp>
          <p:nvSpPr>
            <p:cNvPr id="543" name="椭圆 542">
              <a:extLst>
                <a:ext uri="{FF2B5EF4-FFF2-40B4-BE49-F238E27FC236}">
                  <a16:creationId xmlns:a16="http://schemas.microsoft.com/office/drawing/2014/main" id="{75090FB3-6450-CBC6-A34F-742A66B9CD81}"/>
                </a:ext>
              </a:extLst>
            </p:cNvPr>
            <p:cNvSpPr/>
            <p:nvPr/>
          </p:nvSpPr>
          <p:spPr>
            <a:xfrm rot="5400000">
              <a:off x="12005337" y="7660904"/>
              <a:ext cx="286446" cy="28800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4" name="文本框 543">
              <a:extLst>
                <a:ext uri="{FF2B5EF4-FFF2-40B4-BE49-F238E27FC236}">
                  <a16:creationId xmlns:a16="http://schemas.microsoft.com/office/drawing/2014/main" id="{2617F5B6-DFD6-C3AC-A277-AAE05B14506B}"/>
                </a:ext>
              </a:extLst>
            </p:cNvPr>
            <p:cNvSpPr txBox="1"/>
            <p:nvPr/>
          </p:nvSpPr>
          <p:spPr>
            <a:xfrm>
              <a:off x="12005878" y="7662665"/>
              <a:ext cx="3145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49" name="文本框 548"/>
          <p:cNvSpPr txBox="1"/>
          <p:nvPr/>
        </p:nvSpPr>
        <p:spPr>
          <a:xfrm>
            <a:off x="8338775" y="10262853"/>
            <a:ext cx="1213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Channel-wise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400" dirty="0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oncatenate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0" name="直接箭头连接符 549"/>
          <p:cNvCxnSpPr/>
          <p:nvPr/>
        </p:nvCxnSpPr>
        <p:spPr>
          <a:xfrm>
            <a:off x="9918302" y="9781339"/>
            <a:ext cx="432000" cy="1599"/>
          </a:xfrm>
          <a:prstGeom prst="straightConnector1">
            <a:avLst/>
          </a:prstGeom>
          <a:ln w="38100">
            <a:solidFill>
              <a:srgbClr val="80C5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1" name="文本框 550"/>
          <p:cNvSpPr txBox="1"/>
          <p:nvPr/>
        </p:nvSpPr>
        <p:spPr>
          <a:xfrm>
            <a:off x="10469569" y="9629049"/>
            <a:ext cx="10919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Stage 2 flow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2" name="直接箭头连接符 551"/>
          <p:cNvCxnSpPr/>
          <p:nvPr/>
        </p:nvCxnSpPr>
        <p:spPr>
          <a:xfrm>
            <a:off x="9918040" y="10474765"/>
            <a:ext cx="432000" cy="1599"/>
          </a:xfrm>
          <a:prstGeom prst="straightConnector1">
            <a:avLst/>
          </a:prstGeom>
          <a:ln w="38100">
            <a:solidFill>
              <a:srgbClr val="678DC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文本框 552"/>
          <p:cNvSpPr txBox="1"/>
          <p:nvPr/>
        </p:nvSpPr>
        <p:spPr>
          <a:xfrm>
            <a:off x="10469307" y="10322475"/>
            <a:ext cx="8980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Loss flow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/>
              <p:cNvSpPr txBox="1"/>
              <p:nvPr/>
            </p:nvSpPr>
            <p:spPr>
              <a:xfrm>
                <a:off x="6593077" y="4656480"/>
                <a:ext cx="158698" cy="2185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zh-CN" altLang="en-US" sz="1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sz="1400" b="0" i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F</m:t>
                        </m:r>
                      </m:e>
                    </m:acc>
                  </m:oMath>
                </a14:m>
                <a:r>
                  <a:rPr lang="en-US" altLang="zh-CN" sz="1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3077" y="4656480"/>
                <a:ext cx="158698" cy="218586"/>
              </a:xfrm>
              <a:prstGeom prst="rect">
                <a:avLst/>
              </a:prstGeom>
              <a:blipFill>
                <a:blip r:embed="rId19"/>
                <a:stretch>
                  <a:fillRect l="-38462" t="-19444" r="-42308" b="-4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/>
              <p:cNvSpPr txBox="1"/>
              <p:nvPr/>
            </p:nvSpPr>
            <p:spPr>
              <a:xfrm>
                <a:off x="7695721" y="5387635"/>
                <a:ext cx="158698" cy="2205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1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sz="1400" b="0" i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F</m:t>
                        </m:r>
                      </m:e>
                    </m:acc>
                  </m:oMath>
                </a14:m>
                <a:r>
                  <a:rPr lang="en-US" altLang="zh-CN" sz="1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5721" y="5387635"/>
                <a:ext cx="158698" cy="220510"/>
              </a:xfrm>
              <a:prstGeom prst="rect">
                <a:avLst/>
              </a:prstGeom>
              <a:blipFill>
                <a:blip r:embed="rId20"/>
                <a:stretch>
                  <a:fillRect l="-38462" t="-25000" r="-50000" b="-4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文本框 241"/>
              <p:cNvSpPr txBox="1"/>
              <p:nvPr/>
            </p:nvSpPr>
            <p:spPr>
              <a:xfrm>
                <a:off x="7146757" y="4956254"/>
                <a:ext cx="158698" cy="2205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1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sz="1400" b="0" i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F</m:t>
                        </m:r>
                      </m:e>
                    </m:acc>
                  </m:oMath>
                </a14:m>
                <a:r>
                  <a:rPr lang="en-US" altLang="zh-CN" sz="1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2" name="文本框 2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6757" y="4956254"/>
                <a:ext cx="158698" cy="220510"/>
              </a:xfrm>
              <a:prstGeom prst="rect">
                <a:avLst/>
              </a:prstGeom>
              <a:blipFill>
                <a:blip r:embed="rId21"/>
                <a:stretch>
                  <a:fillRect l="-38462" t="-22222" r="-50000" b="-4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3" name="文本框 242">
            <a:extLst>
              <a:ext uri="{FF2B5EF4-FFF2-40B4-BE49-F238E27FC236}">
                <a16:creationId xmlns:a16="http://schemas.microsoft.com/office/drawing/2014/main" id="{953D6183-93BA-9DF1-EB90-945776FBD1E3}"/>
              </a:ext>
            </a:extLst>
          </p:cNvPr>
          <p:cNvSpPr txBox="1"/>
          <p:nvPr/>
        </p:nvSpPr>
        <p:spPr>
          <a:xfrm>
            <a:off x="4185404" y="4609653"/>
            <a:ext cx="343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1400" baseline="-25000" dirty="0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3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4" name="文本框 243">
            <a:extLst>
              <a:ext uri="{FF2B5EF4-FFF2-40B4-BE49-F238E27FC236}">
                <a16:creationId xmlns:a16="http://schemas.microsoft.com/office/drawing/2014/main" id="{953D6183-93BA-9DF1-EB90-945776FBD1E3}"/>
              </a:ext>
            </a:extLst>
          </p:cNvPr>
          <p:cNvSpPr txBox="1"/>
          <p:nvPr/>
        </p:nvSpPr>
        <p:spPr>
          <a:xfrm>
            <a:off x="3652600" y="4913830"/>
            <a:ext cx="343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1400" baseline="-25000" dirty="0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2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" name="文本框 244">
            <a:extLst>
              <a:ext uri="{FF2B5EF4-FFF2-40B4-BE49-F238E27FC236}">
                <a16:creationId xmlns:a16="http://schemas.microsoft.com/office/drawing/2014/main" id="{953D6183-93BA-9DF1-EB90-945776FBD1E3}"/>
              </a:ext>
            </a:extLst>
          </p:cNvPr>
          <p:cNvSpPr txBox="1"/>
          <p:nvPr/>
        </p:nvSpPr>
        <p:spPr>
          <a:xfrm>
            <a:off x="3101800" y="5346724"/>
            <a:ext cx="343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1400" baseline="-25000" dirty="0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6" name="文本框 245">
            <a:extLst>
              <a:ext uri="{FF2B5EF4-FFF2-40B4-BE49-F238E27FC236}">
                <a16:creationId xmlns:a16="http://schemas.microsoft.com/office/drawing/2014/main" id="{953D6183-93BA-9DF1-EB90-945776FBD1E3}"/>
              </a:ext>
            </a:extLst>
          </p:cNvPr>
          <p:cNvSpPr txBox="1"/>
          <p:nvPr/>
        </p:nvSpPr>
        <p:spPr>
          <a:xfrm>
            <a:off x="3100463" y="2946195"/>
            <a:ext cx="343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1400" baseline="-25000" dirty="0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7" name="文本框 246">
            <a:extLst>
              <a:ext uri="{FF2B5EF4-FFF2-40B4-BE49-F238E27FC236}">
                <a16:creationId xmlns:a16="http://schemas.microsoft.com/office/drawing/2014/main" id="{953D6183-93BA-9DF1-EB90-945776FBD1E3}"/>
              </a:ext>
            </a:extLst>
          </p:cNvPr>
          <p:cNvSpPr txBox="1"/>
          <p:nvPr/>
        </p:nvSpPr>
        <p:spPr>
          <a:xfrm>
            <a:off x="3652661" y="3084412"/>
            <a:ext cx="343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1400" baseline="-25000" dirty="0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2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8" name="文本框 247">
            <a:extLst>
              <a:ext uri="{FF2B5EF4-FFF2-40B4-BE49-F238E27FC236}">
                <a16:creationId xmlns:a16="http://schemas.microsoft.com/office/drawing/2014/main" id="{953D6183-93BA-9DF1-EB90-945776FBD1E3}"/>
              </a:ext>
            </a:extLst>
          </p:cNvPr>
          <p:cNvSpPr txBox="1"/>
          <p:nvPr/>
        </p:nvSpPr>
        <p:spPr>
          <a:xfrm>
            <a:off x="4185404" y="3209061"/>
            <a:ext cx="343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1400" baseline="-25000" dirty="0" smtClean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3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9" name="文本框 248"/>
              <p:cNvSpPr txBox="1"/>
              <p:nvPr/>
            </p:nvSpPr>
            <p:spPr>
              <a:xfrm>
                <a:off x="7045380" y="7231173"/>
                <a:ext cx="158698" cy="2205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1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sz="1400" b="0" i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F</m:t>
                        </m:r>
                      </m:e>
                    </m:acc>
                  </m:oMath>
                </a14:m>
                <a:r>
                  <a:rPr lang="en-US" altLang="zh-CN" sz="1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49" name="文本框 2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380" y="7231173"/>
                <a:ext cx="158698" cy="220510"/>
              </a:xfrm>
              <a:prstGeom prst="rect">
                <a:avLst/>
              </a:prstGeom>
              <a:blipFill>
                <a:blip r:embed="rId22"/>
                <a:stretch>
                  <a:fillRect l="-38462" t="-22222" r="-46154" b="-4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0" name="文本框 249"/>
              <p:cNvSpPr txBox="1"/>
              <p:nvPr/>
            </p:nvSpPr>
            <p:spPr>
              <a:xfrm>
                <a:off x="6661255" y="9198404"/>
                <a:ext cx="158698" cy="2205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1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sz="1400" b="0" i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F</m:t>
                        </m:r>
                      </m:e>
                    </m:acc>
                  </m:oMath>
                </a14:m>
                <a:r>
                  <a:rPr lang="en-US" altLang="zh-CN" sz="1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50" name="文本框 2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1255" y="9198404"/>
                <a:ext cx="158698" cy="220510"/>
              </a:xfrm>
              <a:prstGeom prst="rect">
                <a:avLst/>
              </a:prstGeom>
              <a:blipFill>
                <a:blip r:embed="rId23"/>
                <a:stretch>
                  <a:fillRect l="-38462" t="-25000" r="-46154" b="-4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1" name="文本框 250"/>
              <p:cNvSpPr txBox="1"/>
              <p:nvPr/>
            </p:nvSpPr>
            <p:spPr>
              <a:xfrm>
                <a:off x="6659168" y="10213730"/>
                <a:ext cx="158698" cy="2205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1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sz="1400" b="0" i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F</m:t>
                        </m:r>
                      </m:e>
                    </m:acc>
                  </m:oMath>
                </a14:m>
                <a:r>
                  <a:rPr lang="en-US" altLang="zh-CN" sz="1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51" name="文本框 2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9168" y="10213730"/>
                <a:ext cx="158698" cy="220510"/>
              </a:xfrm>
              <a:prstGeom prst="rect">
                <a:avLst/>
              </a:prstGeom>
              <a:blipFill>
                <a:blip r:embed="rId24"/>
                <a:stretch>
                  <a:fillRect l="-38462" t="-21622" r="-50000" b="-378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梯形 12"/>
          <p:cNvSpPr/>
          <p:nvPr/>
        </p:nvSpPr>
        <p:spPr>
          <a:xfrm rot="16200000" flipH="1">
            <a:off x="6474695" y="3167843"/>
            <a:ext cx="1692000" cy="1616400"/>
          </a:xfrm>
          <a:prstGeom prst="trapezoid">
            <a:avLst/>
          </a:prstGeom>
          <a:gradFill flip="none" rotWithShape="1">
            <a:gsLst>
              <a:gs pos="0">
                <a:srgbClr val="FFE8A3">
                  <a:alpha val="70000"/>
                </a:srgbClr>
              </a:gs>
              <a:gs pos="100000">
                <a:srgbClr val="CBE3BB">
                  <a:alpha val="70000"/>
                </a:srgbClr>
              </a:gs>
            </a:gsLst>
            <a:lin ang="0" scaled="1"/>
            <a:tileRect/>
          </a:gradFill>
          <a:ln w="19050">
            <a:gradFill flip="none" rotWithShape="1">
              <a:gsLst>
                <a:gs pos="0">
                  <a:srgbClr val="FFE8A3"/>
                </a:gs>
                <a:gs pos="100000">
                  <a:srgbClr val="CBE3BB"/>
                </a:gs>
              </a:gsLst>
              <a:lin ang="0" scaled="1"/>
              <a:tileRect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tIns="0" bIns="360000"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Shared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Decoder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2" name="文本框 251"/>
              <p:cNvSpPr txBox="1"/>
              <p:nvPr/>
            </p:nvSpPr>
            <p:spPr>
              <a:xfrm>
                <a:off x="11227178" y="7061734"/>
                <a:ext cx="158698" cy="2185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zh-CN" altLang="en-US" sz="1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sz="1400" b="0" i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F</m:t>
                        </m:r>
                      </m:e>
                    </m:acc>
                  </m:oMath>
                </a14:m>
                <a:r>
                  <a:rPr lang="en-US" altLang="zh-CN" sz="1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52" name="文本框 2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7178" y="7061734"/>
                <a:ext cx="158698" cy="218586"/>
              </a:xfrm>
              <a:prstGeom prst="rect">
                <a:avLst/>
              </a:prstGeom>
              <a:blipFill>
                <a:blip r:embed="rId25"/>
                <a:stretch>
                  <a:fillRect l="-38462" t="-16667" r="-42308" b="-4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0" name="文本框 239"/>
          <p:cNvSpPr txBox="1"/>
          <p:nvPr/>
        </p:nvSpPr>
        <p:spPr>
          <a:xfrm>
            <a:off x="7871800" y="2828262"/>
            <a:ext cx="7377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 smtClean="0">
                <a:solidFill>
                  <a:srgbClr val="C55A1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Stage 1</a:t>
            </a:r>
            <a:endParaRPr lang="zh-CN" altLang="en-US" sz="1400" b="1" dirty="0">
              <a:solidFill>
                <a:srgbClr val="C55A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3" name="文本框 252"/>
          <p:cNvSpPr txBox="1"/>
          <p:nvPr/>
        </p:nvSpPr>
        <p:spPr>
          <a:xfrm>
            <a:off x="8502933" y="5209259"/>
            <a:ext cx="23743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rgbClr val="548235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Stage 2: Final Segmentation </a:t>
            </a:r>
            <a:endParaRPr lang="en-US" altLang="zh-CN" sz="1400" b="1" dirty="0" smtClean="0">
              <a:solidFill>
                <a:srgbClr val="548235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400" b="1" dirty="0" smtClean="0">
                <a:solidFill>
                  <a:srgbClr val="548235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with</a:t>
            </a:r>
            <a:r>
              <a:rPr lang="en-US" altLang="zh-CN" sz="1400" b="1" dirty="0">
                <a:solidFill>
                  <a:srgbClr val="548235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Enhanced</a:t>
            </a:r>
            <a:r>
              <a:rPr lang="en-US" altLang="zh-CN" sz="1400" b="1" dirty="0" smtClean="0">
                <a:solidFill>
                  <a:srgbClr val="548235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Features</a:t>
            </a:r>
            <a:endParaRPr lang="zh-CN" altLang="en-US" sz="1400" b="1" dirty="0">
              <a:solidFill>
                <a:srgbClr val="5482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6" name="文本框 275"/>
          <p:cNvSpPr txBox="1"/>
          <p:nvPr/>
        </p:nvSpPr>
        <p:spPr>
          <a:xfrm>
            <a:off x="1258554" y="5209200"/>
            <a:ext cx="15953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 smtClean="0">
                <a:solidFill>
                  <a:srgbClr val="C55A1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Stage </a:t>
            </a:r>
            <a:r>
              <a:rPr lang="en-US" altLang="zh-CN" sz="1400" b="1" dirty="0" smtClean="0">
                <a:solidFill>
                  <a:srgbClr val="C55A1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1: Generate </a:t>
            </a:r>
          </a:p>
          <a:p>
            <a:pPr algn="ctr"/>
            <a:r>
              <a:rPr lang="en-US" altLang="zh-CN" sz="1400" b="1" dirty="0">
                <a:solidFill>
                  <a:srgbClr val="C55A1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Saliency Map</a:t>
            </a:r>
            <a:endParaRPr lang="zh-CN" altLang="en-US" sz="1400" b="1" dirty="0">
              <a:solidFill>
                <a:srgbClr val="C55A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7873200" y="4766937"/>
            <a:ext cx="7377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solidFill>
                  <a:srgbClr val="548235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Stage 2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334757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3211</TotalTime>
  <Words>150</Words>
  <Application>Microsoft Office PowerPoint</Application>
  <PresentationFormat>自定义</PresentationFormat>
  <Paragraphs>92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等线 Light</vt:lpstr>
      <vt:lpstr>Arial</vt:lpstr>
      <vt:lpstr>Calibri</vt:lpstr>
      <vt:lpstr>Calibri Light</vt:lpstr>
      <vt:lpstr>Cambria Math</vt:lpstr>
      <vt:lpstr>Times New Roman</vt:lpstr>
      <vt:lpstr>Office 主题​​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China</dc:creator>
  <cp:lastModifiedBy>China</cp:lastModifiedBy>
  <cp:revision>596</cp:revision>
  <dcterms:created xsi:type="dcterms:W3CDTF">2025-07-22T07:30:41Z</dcterms:created>
  <dcterms:modified xsi:type="dcterms:W3CDTF">2025-10-14T06:26:41Z</dcterms:modified>
</cp:coreProperties>
</file>